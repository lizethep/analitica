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93" r:id="rId2"/>
    <p:sldId id="738" r:id="rId3"/>
    <p:sldId id="739" r:id="rId4"/>
    <p:sldId id="618" r:id="rId5"/>
    <p:sldId id="620" r:id="rId6"/>
    <p:sldId id="736" r:id="rId7"/>
    <p:sldId id="737" r:id="rId8"/>
    <p:sldId id="622" r:id="rId9"/>
    <p:sldId id="740" r:id="rId10"/>
    <p:sldId id="741" r:id="rId11"/>
    <p:sldId id="742" r:id="rId12"/>
    <p:sldId id="744" r:id="rId13"/>
    <p:sldId id="745" r:id="rId14"/>
    <p:sldId id="746" r:id="rId15"/>
    <p:sldId id="743" r:id="rId16"/>
    <p:sldId id="326" r:id="rId17"/>
    <p:sldId id="309" r:id="rId18"/>
    <p:sldId id="314" r:id="rId19"/>
    <p:sldId id="311" r:id="rId20"/>
    <p:sldId id="312" r:id="rId21"/>
    <p:sldId id="282" r:id="rId2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6683E1-BE07-44E0-B563-EA5102C7EE7D}" v="1" dt="2026-08-11T16:25:18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23" autoAdjust="0"/>
    <p:restoredTop sz="94660"/>
  </p:normalViewPr>
  <p:slideViewPr>
    <p:cSldViewPr>
      <p:cViewPr varScale="1">
        <p:scale>
          <a:sx n="124" d="100"/>
          <a:sy n="124" d="100"/>
        </p:scale>
        <p:origin x="82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1T16:25:18.515" v="2"/>
      <pc:docMkLst>
        <pc:docMk/>
      </pc:docMkLst>
      <pc:sldChg chg="modSp">
        <pc:chgData name="Lizethe Pérez Fuertes" userId="4ae9ef87-2a7d-42f8-8dfa-0a501a9e2ff4" providerId="ADAL" clId="{FDDD45CB-1330-4033-A842-3D2746AFF7C7}" dt="2026-08-11T16:25:18.515" v="2"/>
        <pc:sldMkLst>
          <pc:docMk/>
          <pc:sldMk cId="542782376" sldId="293"/>
        </pc:sldMkLst>
        <pc:spChg chg="mod">
          <ac:chgData name="Lizethe Pérez Fuertes" userId="4ae9ef87-2a7d-42f8-8dfa-0a501a9e2ff4" providerId="ADAL" clId="{FDDD45CB-1330-4033-A842-3D2746AFF7C7}" dt="2026-08-11T16:25:18.515" v="2"/>
          <ac:spMkLst>
            <pc:docMk/>
            <pc:sldMk cId="542782376" sldId="29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3692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92436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1180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83067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08152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33782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4367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93477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88695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0152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98464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65309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77416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504800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92605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0240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245323"/>
            <a:ext cx="7342584" cy="115212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Arreglos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065AA3B-D2DB-455A-A58C-00F9FA1E4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3654710"/>
            <a:ext cx="4824536" cy="218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 vs arreglos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61860F-81EF-4231-BF44-B02011A80E07}"/>
              </a:ext>
            </a:extLst>
          </p:cNvPr>
          <p:cNvSpPr txBox="1"/>
          <p:nvPr/>
        </p:nvSpPr>
        <p:spPr>
          <a:xfrm>
            <a:off x="637320" y="1700809"/>
            <a:ext cx="7463072" cy="396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Los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arreglos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son estructuras de datos </a:t>
            </a:r>
            <a:r>
              <a:rPr lang="es-ES" sz="2000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estáticas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, ya que hay que declarar su tamaño antes de utilizarlos. 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 diferencia de los arreglos, las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listas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son estructuras de datos que pueden ir creciendo conforme se vaya requiriendo, por eso se considera que es una estructura de datos </a:t>
            </a:r>
            <a:r>
              <a:rPr lang="es-ES" sz="2000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dinámica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s-ES" sz="20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DB81707-D02D-4D1B-94D6-165F68D74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023" y="5013176"/>
            <a:ext cx="3301256" cy="11026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9F5BC31-19B3-4F8D-8C9C-BA1F232A6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065" y="4871186"/>
            <a:ext cx="3055621" cy="138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62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899592" y="476672"/>
            <a:ext cx="7663652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Tipos de datos de arreglos en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Numpy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FC9F491-57F0-47E8-9956-0CF8D34FB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337218"/>
              </p:ext>
            </p:extLst>
          </p:nvPr>
        </p:nvGraphicFramePr>
        <p:xfrm>
          <a:off x="1465541" y="2276872"/>
          <a:ext cx="7097703" cy="2463360"/>
        </p:xfrm>
        <a:graphic>
          <a:graphicData uri="http://schemas.openxmlformats.org/drawingml/2006/table">
            <a:tbl>
              <a:tblPr/>
              <a:tblGrid>
                <a:gridCol w="3024336">
                  <a:extLst>
                    <a:ext uri="{9D8B030D-6E8A-4147-A177-3AD203B41FA5}">
                      <a16:colId xmlns:a16="http://schemas.microsoft.com/office/drawing/2014/main" val="3908321532"/>
                    </a:ext>
                  </a:extLst>
                </a:gridCol>
                <a:gridCol w="4073367">
                  <a:extLst>
                    <a:ext uri="{9D8B030D-6E8A-4147-A177-3AD203B41FA5}">
                      <a16:colId xmlns:a16="http://schemas.microsoft.com/office/drawing/2014/main" val="1146347972"/>
                    </a:ext>
                  </a:extLst>
                </a:gridCol>
              </a:tblGrid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Tipo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Descripción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477379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 err="1">
                          <a:effectLst/>
                        </a:rPr>
                        <a:t>bool</a:t>
                      </a:r>
                      <a:endParaRPr lang="es-MX" sz="1800" dirty="0">
                        <a:effectLst/>
                      </a:endParaRP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>
                          <a:effectLst/>
                        </a:rPr>
                        <a:t>Booleano (True, False)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986763"/>
                  </a:ext>
                </a:extLst>
              </a:tr>
              <a:tr h="633635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int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ES" sz="1800" dirty="0">
                          <a:effectLst/>
                        </a:rPr>
                        <a:t>Entero estándar (32 </a:t>
                      </a:r>
                      <a:r>
                        <a:rPr lang="es-ES" sz="1800" dirty="0" err="1">
                          <a:effectLst/>
                        </a:rPr>
                        <a:t>ó</a:t>
                      </a:r>
                      <a:r>
                        <a:rPr lang="es-ES" sz="1800" dirty="0">
                          <a:effectLst/>
                        </a:rPr>
                        <a:t> 64 </a:t>
                      </a:r>
                      <a:r>
                        <a:rPr lang="es-ES" sz="1800" dirty="0" err="1">
                          <a:effectLst/>
                        </a:rPr>
                        <a:t>segun</a:t>
                      </a:r>
                      <a:r>
                        <a:rPr lang="es-ES" sz="1800" dirty="0">
                          <a:effectLst/>
                        </a:rPr>
                        <a:t> la implementación)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465811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float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 err="1">
                          <a:effectLst/>
                        </a:rPr>
                        <a:t>Float</a:t>
                      </a:r>
                      <a:r>
                        <a:rPr lang="es-MX" sz="1800" dirty="0">
                          <a:effectLst/>
                        </a:rPr>
                        <a:t> estándar (doble precisión)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212501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complex (complex128)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>
                          <a:effectLst/>
                        </a:rPr>
                        <a:t>Números complejos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195559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object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>
                          <a:effectLst/>
                        </a:rPr>
                        <a:t>Objetos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004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097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Módulo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Numpy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971600" y="1510885"/>
            <a:ext cx="7406480" cy="2629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Numpy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es un módulo de Python que proporciona estructuras de datos para manipulación eficiente de </a:t>
            </a: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vectores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y </a:t>
            </a: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matrices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. </a:t>
            </a:r>
          </a:p>
          <a:p>
            <a:pPr algn="just">
              <a:lnSpc>
                <a:spcPct val="150000"/>
              </a:lnSpc>
            </a:pPr>
            <a:endParaRPr lang="es-ES" sz="12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Para usar el módulo de 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Numpy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basta ejecutar la instrucción:</a:t>
            </a:r>
          </a:p>
          <a:p>
            <a:pPr algn="just">
              <a:lnSpc>
                <a:spcPct val="150000"/>
              </a:lnSpc>
            </a:pPr>
            <a:endParaRPr lang="es-ES" sz="20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BE0C90-A4D8-4BF1-86E2-A6A27C599BB8}"/>
              </a:ext>
            </a:extLst>
          </p:cNvPr>
          <p:cNvSpPr txBox="1"/>
          <p:nvPr/>
        </p:nvSpPr>
        <p:spPr>
          <a:xfrm>
            <a:off x="971600" y="3448400"/>
            <a:ext cx="792088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import</a:t>
            </a:r>
            <a:r>
              <a:rPr lang="es-E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</a:rPr>
              <a:t>numpy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 </a:t>
            </a:r>
            <a:r>
              <a:rPr lang="es-ES" sz="2400" b="1" dirty="0" err="1">
                <a:solidFill>
                  <a:srgbClr val="FF0000"/>
                </a:solidFill>
              </a:rPr>
              <a:t>np</a:t>
            </a:r>
            <a:r>
              <a:rPr lang="es-ES" sz="2400" b="1" i="0" dirty="0">
                <a:solidFill>
                  <a:srgbClr val="FF0000"/>
                </a:solidFill>
                <a:effectLst/>
              </a:rPr>
              <a:t> </a:t>
            </a:r>
            <a:endParaRPr lang="es-ES" sz="2400" b="1" dirty="0">
              <a:solidFill>
                <a:srgbClr val="FF0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61860F-81EF-4231-BF44-B02011A80E07}"/>
              </a:ext>
            </a:extLst>
          </p:cNvPr>
          <p:cNvSpPr txBox="1"/>
          <p:nvPr/>
        </p:nvSpPr>
        <p:spPr>
          <a:xfrm>
            <a:off x="946002" y="4392089"/>
            <a:ext cx="7406480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El objeto </a:t>
            </a:r>
            <a:r>
              <a:rPr lang="es-ES" sz="2000" b="1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np</a:t>
            </a:r>
            <a:r>
              <a:rPr lang="es-ES" sz="2000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lo utilizamos para invocar todas las funciones que proporciona el módulo.</a:t>
            </a:r>
          </a:p>
          <a:p>
            <a:pPr algn="just">
              <a:lnSpc>
                <a:spcPct val="150000"/>
              </a:lnSpc>
            </a:pPr>
            <a:endParaRPr lang="es-ES" sz="20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578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Objetos: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ndarray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11560" y="1125262"/>
            <a:ext cx="8064896" cy="558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 estructura más básica es un </a:t>
            </a: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vector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que podemos crear a partir de pasar una lista a la función </a:t>
            </a:r>
            <a:r>
              <a:rPr lang="es-ES" sz="2000" b="1" i="0" dirty="0">
                <a:solidFill>
                  <a:srgbClr val="FF0000"/>
                </a:solidFill>
                <a:effectLst/>
              </a:rPr>
              <a:t>array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</a:t>
            </a:r>
          </a:p>
          <a:p>
            <a:pPr algn="l">
              <a:lnSpc>
                <a:spcPct val="150000"/>
              </a:lnSpc>
            </a:pP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arreglo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= 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np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array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([1, 2, 3, 4])</a:t>
            </a:r>
          </a:p>
          <a:p>
            <a:pPr algn="l">
              <a:lnSpc>
                <a:spcPct val="150000"/>
              </a:lnSpc>
            </a:pP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</a:rPr>
              <a:t>vector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es un objeto de la clase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ndarray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Esta clase de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Numpy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maneja los arreglos en general. Un objeto de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ndarray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tiene los siguientes atributos: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ndim</a:t>
            </a:r>
            <a:endParaRPr lang="es-ES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shape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size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itemsize</a:t>
            </a:r>
            <a:endParaRPr lang="es-ES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dtype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639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Herramientas para crear vectores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259632" y="1412776"/>
            <a:ext cx="7344816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Existen varias instrucciones para crear vectores en 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Numpy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np.empty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np.zeros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np.ones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np.arange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np.linspace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25457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Manipulación de arreglos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115616" y="1536174"/>
            <a:ext cx="734481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 acceder a elementos individuales por medio de 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</a:rPr>
              <a:t>índices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así como por </a:t>
            </a:r>
            <a:r>
              <a:rPr lang="es-ES" sz="2000" b="1" dirty="0" err="1">
                <a:solidFill>
                  <a:schemeClr val="accent5">
                    <a:lumMod val="75000"/>
                  </a:schemeClr>
                </a:solidFill>
              </a:rPr>
              <a:t>slices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 = [0, 1, 2, 3, 4, 5]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 acceder a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elementos individuales 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V[0]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 acceder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un segmento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</a:rPr>
              <a:t>slice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un vector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V[2:4]</a:t>
            </a:r>
          </a:p>
        </p:txBody>
      </p:sp>
    </p:spTree>
    <p:extLst>
      <p:ext uri="{BB962C8B-B14F-4D97-AF65-F5344CB8AC3E}">
        <p14:creationId xmlns:p14="http://schemas.microsoft.com/office/powerpoint/2010/main" val="406924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68239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Agregar  elementos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426368" y="1628800"/>
            <a:ext cx="8208912" cy="2291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Para </a:t>
            </a:r>
            <a:r>
              <a:rPr lang="es-MX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agregar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elementos a un arreglo podemos usar la función </a:t>
            </a:r>
            <a:r>
              <a:rPr lang="es-MX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np.append</a:t>
            </a:r>
            <a:r>
              <a:rPr lang="es-MX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()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</a:t>
            </a:r>
          </a:p>
          <a:p>
            <a:pPr lvl="1"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np.append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(arreglo, vals)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arreglo 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 </a:t>
            </a:r>
            <a:r>
              <a:rPr lang="es-ES" dirty="0">
                <a:solidFill>
                  <a:srgbClr val="212121"/>
                </a:solidFill>
                <a:latin typeface="Roboto" panose="02000000000000000000" pitchFamily="2" charset="0"/>
              </a:rPr>
              <a:t>E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 arreglo base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vals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: El arreglo de valores a juntar</a:t>
            </a:r>
            <a:endParaRPr lang="es-MX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1023280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Obtener el elemento mínimo y máximo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79712" y="2132856"/>
            <a:ext cx="5688632" cy="242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min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2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s-ES" sz="2000" b="0" i="0" dirty="0">
                <a:solidFill>
                  <a:srgbClr val="222222"/>
                </a:solidFill>
                <a:effectLst/>
              </a:rPr>
              <a:t>Lo mismo se puede repetir para el máximo</a:t>
            </a: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max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15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6567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Suma de elementos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sum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81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sum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sum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la </a:t>
            </a:r>
            <a:r>
              <a:rPr lang="en-US" sz="2000" dirty="0" err="1">
                <a:solidFill>
                  <a:srgbClr val="000000"/>
                </a:solidFill>
              </a:rPr>
              <a:t>suma</a:t>
            </a:r>
            <a:r>
              <a:rPr lang="en-US" sz="2000" dirty="0">
                <a:solidFill>
                  <a:srgbClr val="000000"/>
                </a:solidFill>
              </a:rPr>
              <a:t> de los </a:t>
            </a:r>
            <a:r>
              <a:rPr lang="en-US" sz="2000" dirty="0" err="1">
                <a:solidFill>
                  <a:srgbClr val="000000"/>
                </a:solidFill>
              </a:rPr>
              <a:t>elementos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48834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Promedio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mean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9.0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mean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mean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el </a:t>
            </a:r>
            <a:r>
              <a:rPr lang="en-US" sz="2000" dirty="0" err="1">
                <a:solidFill>
                  <a:srgbClr val="000000"/>
                </a:solidFill>
              </a:rPr>
              <a:t>promedio</a:t>
            </a:r>
            <a:r>
              <a:rPr lang="en-US" sz="2000" dirty="0">
                <a:solidFill>
                  <a:srgbClr val="000000"/>
                </a:solidFill>
              </a:rPr>
              <a:t> de los </a:t>
            </a:r>
            <a:r>
              <a:rPr lang="en-US" sz="2000" dirty="0" err="1">
                <a:solidFill>
                  <a:srgbClr val="000000"/>
                </a:solidFill>
              </a:rPr>
              <a:t>elementos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37126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Varianza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var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16.89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var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var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la </a:t>
            </a:r>
            <a:r>
              <a:rPr lang="en-US" sz="2000" dirty="0" err="1">
                <a:solidFill>
                  <a:srgbClr val="000000"/>
                </a:solidFill>
              </a:rPr>
              <a:t>varianza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540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Desviación estándar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std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4.11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std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std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la </a:t>
            </a:r>
            <a:r>
              <a:rPr lang="en-US" sz="2000" dirty="0" err="1">
                <a:solidFill>
                  <a:srgbClr val="000000"/>
                </a:solidFill>
              </a:rPr>
              <a:t>desviación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estándar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0040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Números aleatorios enteros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727684" y="3708367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dirty="0" err="1">
                <a:solidFill>
                  <a:srgbClr val="000000"/>
                </a:solidFill>
              </a:rPr>
              <a:t>arr</a:t>
            </a:r>
            <a:r>
              <a:rPr lang="es-ES" sz="2000" dirty="0">
                <a:solidFill>
                  <a:srgbClr val="000000"/>
                </a:solidFill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random.randint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(-10, 20, 15)</a:t>
            </a:r>
          </a:p>
          <a:p>
            <a:pPr algn="l" rtl="0">
              <a:lnSpc>
                <a:spcPct val="150000"/>
              </a:lnSpc>
            </a:pPr>
            <a:r>
              <a:rPr lang="es-ES" sz="2000" dirty="0" err="1">
                <a:solidFill>
                  <a:srgbClr val="444444"/>
                </a:solidFill>
              </a:rPr>
              <a:t>print</a:t>
            </a:r>
            <a:r>
              <a:rPr lang="es-ES" sz="2000" dirty="0">
                <a:solidFill>
                  <a:srgbClr val="444444"/>
                </a:solidFill>
              </a:rPr>
              <a:t>(</a:t>
            </a:r>
            <a:r>
              <a:rPr lang="es-ES" sz="2000" dirty="0" err="1">
                <a:solidFill>
                  <a:srgbClr val="444444"/>
                </a:solidFill>
              </a:rPr>
              <a:t>arr</a:t>
            </a:r>
            <a:r>
              <a:rPr lang="es-ES" sz="2000" dirty="0">
                <a:solidFill>
                  <a:srgbClr val="444444"/>
                </a:solidFill>
              </a:rPr>
              <a:t>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827584" y="1913204"/>
            <a:ext cx="774086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random.randint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(li, ls,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cantidad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random.randint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en-US" sz="2000" dirty="0">
                <a:solidFill>
                  <a:srgbClr val="000000"/>
                </a:solidFill>
              </a:rPr>
              <a:t> genera </a:t>
            </a:r>
            <a:r>
              <a:rPr lang="en-US" sz="2000" dirty="0" err="1">
                <a:solidFill>
                  <a:srgbClr val="000000"/>
                </a:solidFill>
              </a:rPr>
              <a:t>números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aleatorios</a:t>
            </a:r>
            <a:r>
              <a:rPr lang="en-US" sz="2000" dirty="0">
                <a:solidFill>
                  <a:srgbClr val="000000"/>
                </a:solidFill>
              </a:rPr>
              <a:t> entre el </a:t>
            </a:r>
            <a:r>
              <a:rPr lang="en-US" sz="2000" dirty="0" err="1">
                <a:solidFill>
                  <a:srgbClr val="000000"/>
                </a:solidFill>
              </a:rPr>
              <a:t>límite</a:t>
            </a:r>
            <a:r>
              <a:rPr lang="en-US" sz="2000" dirty="0">
                <a:solidFill>
                  <a:srgbClr val="000000"/>
                </a:solidFill>
              </a:rPr>
              <a:t> inferior y el </a:t>
            </a:r>
            <a:r>
              <a:rPr lang="en-US" sz="2000" dirty="0" err="1">
                <a:solidFill>
                  <a:srgbClr val="000000"/>
                </a:solidFill>
              </a:rPr>
              <a:t>límite</a:t>
            </a:r>
            <a:r>
              <a:rPr lang="en-US" sz="2000" dirty="0">
                <a:solidFill>
                  <a:srgbClr val="000000"/>
                </a:solidFill>
              </a:rPr>
              <a:t> superior, la </a:t>
            </a:r>
            <a:r>
              <a:rPr lang="en-US" sz="2000" dirty="0" err="1">
                <a:solidFill>
                  <a:srgbClr val="000000"/>
                </a:solidFill>
              </a:rPr>
              <a:t>cantidad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especificada</a:t>
            </a:r>
            <a:r>
              <a:rPr lang="en-US" sz="2000" dirty="0">
                <a:solidFill>
                  <a:srgbClr val="000000"/>
                </a:solidFill>
              </a:rPr>
              <a:t> de </a:t>
            </a:r>
            <a:r>
              <a:rPr lang="en-US" sz="2000" dirty="0" err="1">
                <a:solidFill>
                  <a:srgbClr val="000000"/>
                </a:solidFill>
              </a:rPr>
              <a:t>números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20024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835696" y="188640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415" name="CuadroTexto 414">
            <a:extLst>
              <a:ext uri="{FF2B5EF4-FFF2-40B4-BE49-F238E27FC236}">
                <a16:creationId xmlns:a16="http://schemas.microsoft.com/office/drawing/2014/main" id="{17390072-3F9C-48E5-937C-91590EEC54B1}"/>
              </a:ext>
            </a:extLst>
          </p:cNvPr>
          <p:cNvSpPr txBox="1"/>
          <p:nvPr/>
        </p:nvSpPr>
        <p:spPr>
          <a:xfrm>
            <a:off x="899592" y="1386632"/>
            <a:ext cx="7416824" cy="23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Crea la función </a:t>
            </a:r>
            <a:r>
              <a:rPr lang="es-ES" sz="1400" b="1" dirty="0" err="1">
                <a:solidFill>
                  <a:srgbClr val="0000FF"/>
                </a:solidFill>
                <a:effectLst/>
                <a:latin typeface="Arial,Helvetica"/>
              </a:rPr>
              <a:t>main</a:t>
            </a:r>
            <a:r>
              <a:rPr lang="es-ES" sz="1400" b="1" dirty="0">
                <a:solidFill>
                  <a:srgbClr val="0000FF"/>
                </a:solidFill>
                <a:effectLst/>
                <a:latin typeface="Arial,Helvetica"/>
              </a:rPr>
              <a:t>()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: </a:t>
            </a:r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Genere un arreglo de </a:t>
            </a:r>
            <a:r>
              <a:rPr lang="es-ES" sz="1400" dirty="0" err="1">
                <a:solidFill>
                  <a:srgbClr val="000000"/>
                </a:solidFill>
                <a:effectLst/>
                <a:latin typeface="Arial,Helvetica"/>
              </a:rPr>
              <a:t>Numpy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 con los siguientes números flotantes: [2.8, 8.3, 5.4, 6.0, 5.2, 1.5, 6.4, 12, 7.1, 3.6].</a:t>
            </a:r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Utiliza la función </a:t>
            </a:r>
            <a:r>
              <a:rPr lang="es-ES" sz="1400" b="1" dirty="0">
                <a:solidFill>
                  <a:srgbClr val="000000"/>
                </a:solidFill>
                <a:effectLst/>
                <a:latin typeface="Arial,Helvetica"/>
              </a:rPr>
              <a:t>mean 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de </a:t>
            </a:r>
            <a:r>
              <a:rPr lang="es-ES" sz="1400" dirty="0" err="1">
                <a:solidFill>
                  <a:srgbClr val="000000"/>
                </a:solidFill>
                <a:effectLst/>
                <a:latin typeface="Arial,Helvetica"/>
              </a:rPr>
              <a:t>numpy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 y calcula el promedio del arreglo. Imprime el resultado.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Crea la función </a:t>
            </a:r>
            <a:r>
              <a:rPr lang="es-ES" sz="1400" b="1" dirty="0">
                <a:solidFill>
                  <a:srgbClr val="0000FF"/>
                </a:solidFill>
                <a:effectLst/>
                <a:latin typeface="Arial,Helvetica"/>
              </a:rPr>
              <a:t>promedio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 que recibe el arreglo y con un ciclo iterador calcula el promedio. Regresa el resultado. 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En el </a:t>
            </a:r>
            <a:r>
              <a:rPr lang="es-ES" sz="1400" b="1" dirty="0" err="1">
                <a:solidFill>
                  <a:srgbClr val="000000"/>
                </a:solidFill>
                <a:effectLst/>
                <a:latin typeface="Arial,Helvetica"/>
              </a:rPr>
              <a:t>main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 llama a la función </a:t>
            </a:r>
            <a:r>
              <a:rPr lang="es-ES" sz="1400" b="1" dirty="0">
                <a:solidFill>
                  <a:srgbClr val="000000"/>
                </a:solidFill>
                <a:effectLst/>
                <a:latin typeface="Arial,Helvetica"/>
              </a:rPr>
              <a:t>promedio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 e imprime el resultado. Revisa que tu resultado concuerde con el resultado anterior.</a:t>
            </a:r>
          </a:p>
        </p:txBody>
      </p:sp>
      <p:pic>
        <p:nvPicPr>
          <p:cNvPr id="5" name="Imagen 4" descr="Imagen que contiene pequeño, juguete, tabla&#10;&#10;Descripción generada automáticamente">
            <a:extLst>
              <a:ext uri="{FF2B5EF4-FFF2-40B4-BE49-F238E27FC236}">
                <a16:creationId xmlns:a16="http://schemas.microsoft.com/office/drawing/2014/main" id="{DD142C9F-9739-4E73-8231-1FA8BA6AB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071142"/>
            <a:ext cx="2538495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27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7528" y="1078338"/>
            <a:ext cx="8603219" cy="427557"/>
          </a:xfrm>
        </p:spPr>
        <p:txBody>
          <a:bodyPr>
            <a:normAutofit fontScale="92500" lnSpcReduction="10000"/>
          </a:bodyPr>
          <a:lstStyle/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Crea un arreglo con números del 0 al 9</a:t>
            </a:r>
            <a:endParaRPr lang="es-ES_tradnl" sz="12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5828" name="Group 4"/>
          <p:cNvGrpSpPr>
            <a:grpSpLocks/>
          </p:cNvGrpSpPr>
          <p:nvPr/>
        </p:nvGrpSpPr>
        <p:grpSpPr bwMode="auto">
          <a:xfrm>
            <a:off x="3855913" y="5553224"/>
            <a:ext cx="5013325" cy="900112"/>
            <a:chOff x="2458" y="3321"/>
            <a:chExt cx="3158" cy="567"/>
          </a:xfrm>
        </p:grpSpPr>
        <p:grpSp>
          <p:nvGrpSpPr>
            <p:cNvPr id="22920" name="Group 5"/>
            <p:cNvGrpSpPr>
              <a:grpSpLocks/>
            </p:cNvGrpSpPr>
            <p:nvPr/>
          </p:nvGrpSpPr>
          <p:grpSpPr bwMode="auto">
            <a:xfrm>
              <a:off x="2736" y="3336"/>
              <a:ext cx="2880" cy="288"/>
              <a:chOff x="2736" y="2688"/>
              <a:chExt cx="2880" cy="288"/>
            </a:xfrm>
          </p:grpSpPr>
          <p:sp>
            <p:nvSpPr>
              <p:cNvPr id="22932" name="Rectangle 6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3" name="Rectangle 7"/>
              <p:cNvSpPr>
                <a:spLocks noChangeArrowheads="1"/>
              </p:cNvSpPr>
              <p:nvPr/>
            </p:nvSpPr>
            <p:spPr bwMode="auto">
              <a:xfrm>
                <a:off x="302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4" name="Rectangle 8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5" name="Rectangle 9"/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6" name="Rectangle 10"/>
              <p:cNvSpPr>
                <a:spLocks noChangeArrowheads="1"/>
              </p:cNvSpPr>
              <p:nvPr/>
            </p:nvSpPr>
            <p:spPr bwMode="auto">
              <a:xfrm>
                <a:off x="388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7" name="Rectangle 11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8" name="Rectangle 12"/>
              <p:cNvSpPr>
                <a:spLocks noChangeArrowheads="1"/>
              </p:cNvSpPr>
              <p:nvPr/>
            </p:nvSpPr>
            <p:spPr bwMode="auto">
              <a:xfrm>
                <a:off x="446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9" name="Rectangle 13"/>
              <p:cNvSpPr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0" name="Rectangle 14"/>
              <p:cNvSpPr>
                <a:spLocks noChangeArrowheads="1"/>
              </p:cNvSpPr>
              <p:nvPr/>
            </p:nvSpPr>
            <p:spPr bwMode="auto">
              <a:xfrm>
                <a:off x="475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1" name="Rectangle 15"/>
              <p:cNvSpPr>
                <a:spLocks noChangeArrowheads="1"/>
              </p:cNvSpPr>
              <p:nvPr/>
            </p:nvSpPr>
            <p:spPr bwMode="auto">
              <a:xfrm>
                <a:off x="504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22921" name="Rectangle 16"/>
            <p:cNvSpPr>
              <a:spLocks noChangeArrowheads="1"/>
            </p:cNvSpPr>
            <p:nvPr/>
          </p:nvSpPr>
          <p:spPr bwMode="auto">
            <a:xfrm>
              <a:off x="27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22" name="Rectangle 17"/>
            <p:cNvSpPr>
              <a:spLocks noChangeArrowheads="1"/>
            </p:cNvSpPr>
            <p:nvPr/>
          </p:nvSpPr>
          <p:spPr bwMode="auto">
            <a:xfrm>
              <a:off x="30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23" name="Rectangle 18"/>
            <p:cNvSpPr>
              <a:spLocks noChangeArrowheads="1"/>
            </p:cNvSpPr>
            <p:nvPr/>
          </p:nvSpPr>
          <p:spPr bwMode="auto">
            <a:xfrm>
              <a:off x="331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24" name="Rectangle 19"/>
            <p:cNvSpPr>
              <a:spLocks noChangeArrowheads="1"/>
            </p:cNvSpPr>
            <p:nvPr/>
          </p:nvSpPr>
          <p:spPr bwMode="auto">
            <a:xfrm>
              <a:off x="360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25" name="Rectangle 20"/>
            <p:cNvSpPr>
              <a:spLocks noChangeArrowheads="1"/>
            </p:cNvSpPr>
            <p:nvPr/>
          </p:nvSpPr>
          <p:spPr bwMode="auto">
            <a:xfrm>
              <a:off x="388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26" name="Rectangle 21"/>
            <p:cNvSpPr>
              <a:spLocks noChangeArrowheads="1"/>
            </p:cNvSpPr>
            <p:nvPr/>
          </p:nvSpPr>
          <p:spPr bwMode="auto">
            <a:xfrm>
              <a:off x="417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27" name="Rectangle 22"/>
            <p:cNvSpPr>
              <a:spLocks noChangeArrowheads="1"/>
            </p:cNvSpPr>
            <p:nvPr/>
          </p:nvSpPr>
          <p:spPr bwMode="auto">
            <a:xfrm>
              <a:off x="446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28" name="Rectangle 23"/>
            <p:cNvSpPr>
              <a:spLocks noChangeArrowheads="1"/>
            </p:cNvSpPr>
            <p:nvPr/>
          </p:nvSpPr>
          <p:spPr bwMode="auto">
            <a:xfrm>
              <a:off x="532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29" name="Rectangle 24"/>
            <p:cNvSpPr>
              <a:spLocks noChangeArrowheads="1"/>
            </p:cNvSpPr>
            <p:nvPr/>
          </p:nvSpPr>
          <p:spPr bwMode="auto">
            <a:xfrm>
              <a:off x="475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30" name="Rectangle 25"/>
            <p:cNvSpPr>
              <a:spLocks noChangeArrowheads="1"/>
            </p:cNvSpPr>
            <p:nvPr/>
          </p:nvSpPr>
          <p:spPr bwMode="auto">
            <a:xfrm>
              <a:off x="504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31" name="Text Box 26"/>
            <p:cNvSpPr txBox="1">
              <a:spLocks noChangeArrowheads="1"/>
            </p:cNvSpPr>
            <p:nvPr/>
          </p:nvSpPr>
          <p:spPr bwMode="auto">
            <a:xfrm>
              <a:off x="2458" y="332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</p:grpSp>
      <p:grpSp>
        <p:nvGrpSpPr>
          <p:cNvPr id="205851" name="Group 27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488" y="2736"/>
            <a:chExt cx="3158" cy="1164"/>
          </a:xfrm>
        </p:grpSpPr>
        <p:sp>
          <p:nvSpPr>
            <p:cNvPr id="22897" name="Rectangle 28"/>
            <p:cNvSpPr>
              <a:spLocks noChangeArrowheads="1"/>
            </p:cNvSpPr>
            <p:nvPr/>
          </p:nvSpPr>
          <p:spPr bwMode="auto">
            <a:xfrm>
              <a:off x="-121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8" name="Rectangle 29"/>
            <p:cNvSpPr>
              <a:spLocks noChangeArrowheads="1"/>
            </p:cNvSpPr>
            <p:nvPr/>
          </p:nvSpPr>
          <p:spPr bwMode="auto">
            <a:xfrm>
              <a:off x="-92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9" name="Rectangle 30"/>
            <p:cNvSpPr>
              <a:spLocks noChangeArrowheads="1"/>
            </p:cNvSpPr>
            <p:nvPr/>
          </p:nvSpPr>
          <p:spPr bwMode="auto">
            <a:xfrm>
              <a:off x="-63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0" name="Rectangle 31"/>
            <p:cNvSpPr>
              <a:spLocks noChangeArrowheads="1"/>
            </p:cNvSpPr>
            <p:nvPr/>
          </p:nvSpPr>
          <p:spPr bwMode="auto">
            <a:xfrm>
              <a:off x="-34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1" name="Rectangle 32"/>
            <p:cNvSpPr>
              <a:spLocks noChangeArrowheads="1"/>
            </p:cNvSpPr>
            <p:nvPr/>
          </p:nvSpPr>
          <p:spPr bwMode="auto">
            <a:xfrm>
              <a:off x="-5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2" name="Rectangle 33"/>
            <p:cNvSpPr>
              <a:spLocks noChangeArrowheads="1"/>
            </p:cNvSpPr>
            <p:nvPr/>
          </p:nvSpPr>
          <p:spPr bwMode="auto">
            <a:xfrm>
              <a:off x="23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3" name="Rectangle 34"/>
            <p:cNvSpPr>
              <a:spLocks noChangeArrowheads="1"/>
            </p:cNvSpPr>
            <p:nvPr/>
          </p:nvSpPr>
          <p:spPr bwMode="auto">
            <a:xfrm>
              <a:off x="51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4" name="Rectangle 35"/>
            <p:cNvSpPr>
              <a:spLocks noChangeArrowheads="1"/>
            </p:cNvSpPr>
            <p:nvPr/>
          </p:nvSpPr>
          <p:spPr bwMode="auto">
            <a:xfrm>
              <a:off x="138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5" name="Rectangle 36"/>
            <p:cNvSpPr>
              <a:spLocks noChangeArrowheads="1"/>
            </p:cNvSpPr>
            <p:nvPr/>
          </p:nvSpPr>
          <p:spPr bwMode="auto">
            <a:xfrm>
              <a:off x="80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6" name="Rectangle 37"/>
            <p:cNvSpPr>
              <a:spLocks noChangeArrowheads="1"/>
            </p:cNvSpPr>
            <p:nvPr/>
          </p:nvSpPr>
          <p:spPr bwMode="auto">
            <a:xfrm>
              <a:off x="109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7" name="Rectangle 38"/>
            <p:cNvSpPr>
              <a:spLocks noChangeArrowheads="1"/>
            </p:cNvSpPr>
            <p:nvPr/>
          </p:nvSpPr>
          <p:spPr bwMode="auto">
            <a:xfrm>
              <a:off x="-121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08" name="Rectangle 39"/>
            <p:cNvSpPr>
              <a:spLocks noChangeArrowheads="1"/>
            </p:cNvSpPr>
            <p:nvPr/>
          </p:nvSpPr>
          <p:spPr bwMode="auto">
            <a:xfrm>
              <a:off x="-92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09" name="Rectangle 40"/>
            <p:cNvSpPr>
              <a:spLocks noChangeArrowheads="1"/>
            </p:cNvSpPr>
            <p:nvPr/>
          </p:nvSpPr>
          <p:spPr bwMode="auto">
            <a:xfrm>
              <a:off x="-63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10" name="Rectangle 41"/>
            <p:cNvSpPr>
              <a:spLocks noChangeArrowheads="1"/>
            </p:cNvSpPr>
            <p:nvPr/>
          </p:nvSpPr>
          <p:spPr bwMode="auto">
            <a:xfrm>
              <a:off x="-34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11" name="Rectangle 42"/>
            <p:cNvSpPr>
              <a:spLocks noChangeArrowheads="1"/>
            </p:cNvSpPr>
            <p:nvPr/>
          </p:nvSpPr>
          <p:spPr bwMode="auto">
            <a:xfrm>
              <a:off x="-5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12" name="Rectangle 43"/>
            <p:cNvSpPr>
              <a:spLocks noChangeArrowheads="1"/>
            </p:cNvSpPr>
            <p:nvPr/>
          </p:nvSpPr>
          <p:spPr bwMode="auto">
            <a:xfrm>
              <a:off x="23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13" name="Rectangle 44"/>
            <p:cNvSpPr>
              <a:spLocks noChangeArrowheads="1"/>
            </p:cNvSpPr>
            <p:nvPr/>
          </p:nvSpPr>
          <p:spPr bwMode="auto">
            <a:xfrm>
              <a:off x="51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14" name="Rectangle 45"/>
            <p:cNvSpPr>
              <a:spLocks noChangeArrowheads="1"/>
            </p:cNvSpPr>
            <p:nvPr/>
          </p:nvSpPr>
          <p:spPr bwMode="auto">
            <a:xfrm>
              <a:off x="138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15" name="Rectangle 46"/>
            <p:cNvSpPr>
              <a:spLocks noChangeArrowheads="1"/>
            </p:cNvSpPr>
            <p:nvPr/>
          </p:nvSpPr>
          <p:spPr bwMode="auto">
            <a:xfrm>
              <a:off x="80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16" name="Rectangle 47"/>
            <p:cNvSpPr>
              <a:spLocks noChangeArrowheads="1"/>
            </p:cNvSpPr>
            <p:nvPr/>
          </p:nvSpPr>
          <p:spPr bwMode="auto">
            <a:xfrm>
              <a:off x="109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17" name="Text Box 48"/>
            <p:cNvSpPr txBox="1">
              <a:spLocks noChangeArrowheads="1"/>
            </p:cNvSpPr>
            <p:nvPr/>
          </p:nvSpPr>
          <p:spPr bwMode="auto">
            <a:xfrm>
              <a:off x="-1488" y="333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918" name="Line 49"/>
            <p:cNvSpPr>
              <a:spLocks noChangeShapeType="1"/>
            </p:cNvSpPr>
            <p:nvPr/>
          </p:nvSpPr>
          <p:spPr bwMode="auto">
            <a:xfrm>
              <a:off x="-1066" y="298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19" name="Text Box 50"/>
            <p:cNvSpPr txBox="1">
              <a:spLocks noChangeArrowheads="1"/>
            </p:cNvSpPr>
            <p:nvPr/>
          </p:nvSpPr>
          <p:spPr bwMode="auto">
            <a:xfrm>
              <a:off x="-1236" y="273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i=0</a:t>
              </a:r>
            </a:p>
          </p:txBody>
        </p:sp>
      </p:grpSp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grpSp>
        <p:nvGrpSpPr>
          <p:cNvPr id="205876" name="Group 52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248" y="1056"/>
            <a:chExt cx="3158" cy="1164"/>
          </a:xfrm>
        </p:grpSpPr>
        <p:sp>
          <p:nvSpPr>
            <p:cNvPr id="22872" name="Rectangle 53"/>
            <p:cNvSpPr>
              <a:spLocks noChangeArrowheads="1"/>
            </p:cNvSpPr>
            <p:nvPr/>
          </p:nvSpPr>
          <p:spPr bwMode="auto">
            <a:xfrm>
              <a:off x="-9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3" name="Rectangle 54"/>
            <p:cNvSpPr>
              <a:spLocks noChangeArrowheads="1"/>
            </p:cNvSpPr>
            <p:nvPr/>
          </p:nvSpPr>
          <p:spPr bwMode="auto">
            <a:xfrm>
              <a:off x="-6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4" name="Rectangle 55"/>
            <p:cNvSpPr>
              <a:spLocks noChangeArrowheads="1"/>
            </p:cNvSpPr>
            <p:nvPr/>
          </p:nvSpPr>
          <p:spPr bwMode="auto">
            <a:xfrm>
              <a:off x="-39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5" name="Rectangle 56"/>
            <p:cNvSpPr>
              <a:spLocks noChangeArrowheads="1"/>
            </p:cNvSpPr>
            <p:nvPr/>
          </p:nvSpPr>
          <p:spPr bwMode="auto">
            <a:xfrm>
              <a:off x="-10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6" name="Rectangle 57"/>
            <p:cNvSpPr>
              <a:spLocks noChangeArrowheads="1"/>
            </p:cNvSpPr>
            <p:nvPr/>
          </p:nvSpPr>
          <p:spPr bwMode="auto">
            <a:xfrm>
              <a:off x="1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7" name="Rectangle 58"/>
            <p:cNvSpPr>
              <a:spLocks noChangeArrowheads="1"/>
            </p:cNvSpPr>
            <p:nvPr/>
          </p:nvSpPr>
          <p:spPr bwMode="auto">
            <a:xfrm>
              <a:off x="4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8" name="Rectangle 59"/>
            <p:cNvSpPr>
              <a:spLocks noChangeArrowheads="1"/>
            </p:cNvSpPr>
            <p:nvPr/>
          </p:nvSpPr>
          <p:spPr bwMode="auto">
            <a:xfrm>
              <a:off x="758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9" name="Rectangle 60"/>
            <p:cNvSpPr>
              <a:spLocks noChangeArrowheads="1"/>
            </p:cNvSpPr>
            <p:nvPr/>
          </p:nvSpPr>
          <p:spPr bwMode="auto">
            <a:xfrm>
              <a:off x="162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0" name="Rectangle 61"/>
            <p:cNvSpPr>
              <a:spLocks noChangeArrowheads="1"/>
            </p:cNvSpPr>
            <p:nvPr/>
          </p:nvSpPr>
          <p:spPr bwMode="auto">
            <a:xfrm>
              <a:off x="104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1" name="Rectangle 62"/>
            <p:cNvSpPr>
              <a:spLocks noChangeArrowheads="1"/>
            </p:cNvSpPr>
            <p:nvPr/>
          </p:nvSpPr>
          <p:spPr bwMode="auto">
            <a:xfrm>
              <a:off x="133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2" name="Rectangle 63"/>
            <p:cNvSpPr>
              <a:spLocks noChangeArrowheads="1"/>
            </p:cNvSpPr>
            <p:nvPr/>
          </p:nvSpPr>
          <p:spPr bwMode="auto">
            <a:xfrm>
              <a:off x="-9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83" name="Rectangle 64"/>
            <p:cNvSpPr>
              <a:spLocks noChangeArrowheads="1"/>
            </p:cNvSpPr>
            <p:nvPr/>
          </p:nvSpPr>
          <p:spPr bwMode="auto">
            <a:xfrm>
              <a:off x="-6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84" name="Rectangle 65"/>
            <p:cNvSpPr>
              <a:spLocks noChangeArrowheads="1"/>
            </p:cNvSpPr>
            <p:nvPr/>
          </p:nvSpPr>
          <p:spPr bwMode="auto">
            <a:xfrm>
              <a:off x="-39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85" name="Rectangle 66"/>
            <p:cNvSpPr>
              <a:spLocks noChangeArrowheads="1"/>
            </p:cNvSpPr>
            <p:nvPr/>
          </p:nvSpPr>
          <p:spPr bwMode="auto">
            <a:xfrm>
              <a:off x="-10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86" name="Rectangle 67"/>
            <p:cNvSpPr>
              <a:spLocks noChangeArrowheads="1"/>
            </p:cNvSpPr>
            <p:nvPr/>
          </p:nvSpPr>
          <p:spPr bwMode="auto">
            <a:xfrm>
              <a:off x="1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87" name="Rectangle 68"/>
            <p:cNvSpPr>
              <a:spLocks noChangeArrowheads="1"/>
            </p:cNvSpPr>
            <p:nvPr/>
          </p:nvSpPr>
          <p:spPr bwMode="auto">
            <a:xfrm>
              <a:off x="4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88" name="Rectangle 69"/>
            <p:cNvSpPr>
              <a:spLocks noChangeArrowheads="1"/>
            </p:cNvSpPr>
            <p:nvPr/>
          </p:nvSpPr>
          <p:spPr bwMode="auto">
            <a:xfrm>
              <a:off x="758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89" name="Rectangle 70"/>
            <p:cNvSpPr>
              <a:spLocks noChangeArrowheads="1"/>
            </p:cNvSpPr>
            <p:nvPr/>
          </p:nvSpPr>
          <p:spPr bwMode="auto">
            <a:xfrm>
              <a:off x="162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90" name="Rectangle 71"/>
            <p:cNvSpPr>
              <a:spLocks noChangeArrowheads="1"/>
            </p:cNvSpPr>
            <p:nvPr/>
          </p:nvSpPr>
          <p:spPr bwMode="auto">
            <a:xfrm>
              <a:off x="104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91" name="Rectangle 72"/>
            <p:cNvSpPr>
              <a:spLocks noChangeArrowheads="1"/>
            </p:cNvSpPr>
            <p:nvPr/>
          </p:nvSpPr>
          <p:spPr bwMode="auto">
            <a:xfrm>
              <a:off x="133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92" name="Text Box 73"/>
            <p:cNvSpPr txBox="1">
              <a:spLocks noChangeArrowheads="1"/>
            </p:cNvSpPr>
            <p:nvPr/>
          </p:nvSpPr>
          <p:spPr bwMode="auto">
            <a:xfrm>
              <a:off x="-1248" y="165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3" name="Text Box 74"/>
            <p:cNvSpPr txBox="1">
              <a:spLocks noChangeArrowheads="1"/>
            </p:cNvSpPr>
            <p:nvPr/>
          </p:nvSpPr>
          <p:spPr bwMode="auto">
            <a:xfrm>
              <a:off x="-996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94" name="Line 75"/>
            <p:cNvSpPr>
              <a:spLocks noChangeShapeType="1"/>
            </p:cNvSpPr>
            <p:nvPr/>
          </p:nvSpPr>
          <p:spPr bwMode="auto">
            <a:xfrm>
              <a:off x="-540" y="13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5" name="Text Box 76"/>
            <p:cNvSpPr txBox="1">
              <a:spLocks noChangeArrowheads="1"/>
            </p:cNvSpPr>
            <p:nvPr/>
          </p:nvSpPr>
          <p:spPr bwMode="auto">
            <a:xfrm>
              <a:off x="-710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96" name="Line 77"/>
            <p:cNvSpPr>
              <a:spLocks noChangeShapeType="1"/>
            </p:cNvSpPr>
            <p:nvPr/>
          </p:nvSpPr>
          <p:spPr bwMode="auto">
            <a:xfrm>
              <a:off x="-828" y="13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</p:grpSp>
      <p:grpSp>
        <p:nvGrpSpPr>
          <p:cNvPr id="205902" name="Group 7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504" y="2640"/>
            <a:chExt cx="3216" cy="1164"/>
          </a:xfrm>
        </p:grpSpPr>
        <p:sp>
          <p:nvSpPr>
            <p:cNvPr id="22831" name="Rectangle 79"/>
            <p:cNvSpPr>
              <a:spLocks noChangeArrowheads="1"/>
            </p:cNvSpPr>
            <p:nvPr/>
          </p:nvSpPr>
          <p:spPr bwMode="auto">
            <a:xfrm>
              <a:off x="-322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2" name="Rectangle 80"/>
            <p:cNvSpPr>
              <a:spLocks noChangeArrowheads="1"/>
            </p:cNvSpPr>
            <p:nvPr/>
          </p:nvSpPr>
          <p:spPr bwMode="auto">
            <a:xfrm>
              <a:off x="-293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3" name="Rectangle 81"/>
            <p:cNvSpPr>
              <a:spLocks noChangeArrowheads="1"/>
            </p:cNvSpPr>
            <p:nvPr/>
          </p:nvSpPr>
          <p:spPr bwMode="auto">
            <a:xfrm>
              <a:off x="-265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4" name="Rectangle 82"/>
            <p:cNvSpPr>
              <a:spLocks noChangeArrowheads="1"/>
            </p:cNvSpPr>
            <p:nvPr/>
          </p:nvSpPr>
          <p:spPr bwMode="auto">
            <a:xfrm>
              <a:off x="-236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5" name="Rectangle 83"/>
            <p:cNvSpPr>
              <a:spLocks noChangeArrowheads="1"/>
            </p:cNvSpPr>
            <p:nvPr/>
          </p:nvSpPr>
          <p:spPr bwMode="auto">
            <a:xfrm>
              <a:off x="-207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6" name="Rectangle 84"/>
            <p:cNvSpPr>
              <a:spLocks noChangeArrowheads="1"/>
            </p:cNvSpPr>
            <p:nvPr/>
          </p:nvSpPr>
          <p:spPr bwMode="auto">
            <a:xfrm>
              <a:off x="-178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7" name="Rectangle 85"/>
            <p:cNvSpPr>
              <a:spLocks noChangeArrowheads="1"/>
            </p:cNvSpPr>
            <p:nvPr/>
          </p:nvSpPr>
          <p:spPr bwMode="auto">
            <a:xfrm>
              <a:off x="-149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8" name="Rectangle 86"/>
            <p:cNvSpPr>
              <a:spLocks noChangeArrowheads="1"/>
            </p:cNvSpPr>
            <p:nvPr/>
          </p:nvSpPr>
          <p:spPr bwMode="auto">
            <a:xfrm>
              <a:off x="-63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9" name="Rectangle 87"/>
            <p:cNvSpPr>
              <a:spLocks noChangeArrowheads="1"/>
            </p:cNvSpPr>
            <p:nvPr/>
          </p:nvSpPr>
          <p:spPr bwMode="auto">
            <a:xfrm>
              <a:off x="-121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0" name="Rectangle 88"/>
            <p:cNvSpPr>
              <a:spLocks noChangeArrowheads="1"/>
            </p:cNvSpPr>
            <p:nvPr/>
          </p:nvSpPr>
          <p:spPr bwMode="auto">
            <a:xfrm>
              <a:off x="-92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1" name="Rectangle 89"/>
            <p:cNvSpPr>
              <a:spLocks noChangeArrowheads="1"/>
            </p:cNvSpPr>
            <p:nvPr/>
          </p:nvSpPr>
          <p:spPr bwMode="auto">
            <a:xfrm>
              <a:off x="-322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42" name="Rectangle 90"/>
            <p:cNvSpPr>
              <a:spLocks noChangeArrowheads="1"/>
            </p:cNvSpPr>
            <p:nvPr/>
          </p:nvSpPr>
          <p:spPr bwMode="auto">
            <a:xfrm>
              <a:off x="-293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43" name="Rectangle 91"/>
            <p:cNvSpPr>
              <a:spLocks noChangeArrowheads="1"/>
            </p:cNvSpPr>
            <p:nvPr/>
          </p:nvSpPr>
          <p:spPr bwMode="auto">
            <a:xfrm>
              <a:off x="-265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44" name="Rectangle 92"/>
            <p:cNvSpPr>
              <a:spLocks noChangeArrowheads="1"/>
            </p:cNvSpPr>
            <p:nvPr/>
          </p:nvSpPr>
          <p:spPr bwMode="auto">
            <a:xfrm>
              <a:off x="-236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45" name="Rectangle 93"/>
            <p:cNvSpPr>
              <a:spLocks noChangeArrowheads="1"/>
            </p:cNvSpPr>
            <p:nvPr/>
          </p:nvSpPr>
          <p:spPr bwMode="auto">
            <a:xfrm>
              <a:off x="-207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46" name="Rectangle 94"/>
            <p:cNvSpPr>
              <a:spLocks noChangeArrowheads="1"/>
            </p:cNvSpPr>
            <p:nvPr/>
          </p:nvSpPr>
          <p:spPr bwMode="auto">
            <a:xfrm>
              <a:off x="-178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47" name="Rectangle 95"/>
            <p:cNvSpPr>
              <a:spLocks noChangeArrowheads="1"/>
            </p:cNvSpPr>
            <p:nvPr/>
          </p:nvSpPr>
          <p:spPr bwMode="auto">
            <a:xfrm>
              <a:off x="-149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48" name="Rectangle 96"/>
            <p:cNvSpPr>
              <a:spLocks noChangeArrowheads="1"/>
            </p:cNvSpPr>
            <p:nvPr/>
          </p:nvSpPr>
          <p:spPr bwMode="auto">
            <a:xfrm>
              <a:off x="-63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49" name="Rectangle 97"/>
            <p:cNvSpPr>
              <a:spLocks noChangeArrowheads="1"/>
            </p:cNvSpPr>
            <p:nvPr/>
          </p:nvSpPr>
          <p:spPr bwMode="auto">
            <a:xfrm>
              <a:off x="-121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50" name="Rectangle 98"/>
            <p:cNvSpPr>
              <a:spLocks noChangeArrowheads="1"/>
            </p:cNvSpPr>
            <p:nvPr/>
          </p:nvSpPr>
          <p:spPr bwMode="auto">
            <a:xfrm>
              <a:off x="-92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51" name="Text Box 99"/>
            <p:cNvSpPr txBox="1">
              <a:spLocks noChangeArrowheads="1"/>
            </p:cNvSpPr>
            <p:nvPr/>
          </p:nvSpPr>
          <p:spPr bwMode="auto">
            <a:xfrm>
              <a:off x="-3504" y="323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52" name="Text Box 100"/>
            <p:cNvSpPr txBox="1">
              <a:spLocks noChangeArrowheads="1"/>
            </p:cNvSpPr>
            <p:nvPr/>
          </p:nvSpPr>
          <p:spPr bwMode="auto">
            <a:xfrm>
              <a:off x="-3252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53" name="Line 101"/>
            <p:cNvSpPr>
              <a:spLocks noChangeShapeType="1"/>
            </p:cNvSpPr>
            <p:nvPr/>
          </p:nvSpPr>
          <p:spPr bwMode="auto">
            <a:xfrm>
              <a:off x="-2796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4" name="Text Box 102"/>
            <p:cNvSpPr txBox="1">
              <a:spLocks noChangeArrowheads="1"/>
            </p:cNvSpPr>
            <p:nvPr/>
          </p:nvSpPr>
          <p:spPr bwMode="auto">
            <a:xfrm>
              <a:off x="-2966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55" name="Line 103"/>
            <p:cNvSpPr>
              <a:spLocks noChangeShapeType="1"/>
            </p:cNvSpPr>
            <p:nvPr/>
          </p:nvSpPr>
          <p:spPr bwMode="auto">
            <a:xfrm>
              <a:off x="-3084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6" name="Line 104"/>
            <p:cNvSpPr>
              <a:spLocks noChangeShapeType="1"/>
            </p:cNvSpPr>
            <p:nvPr/>
          </p:nvSpPr>
          <p:spPr bwMode="auto">
            <a:xfrm>
              <a:off x="-2508" y="2892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7" name="Text Box 105"/>
            <p:cNvSpPr txBox="1">
              <a:spLocks noChangeArrowheads="1"/>
            </p:cNvSpPr>
            <p:nvPr/>
          </p:nvSpPr>
          <p:spPr bwMode="auto">
            <a:xfrm>
              <a:off x="-2678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58" name="Line 106"/>
            <p:cNvSpPr>
              <a:spLocks noChangeShapeType="1"/>
            </p:cNvSpPr>
            <p:nvPr/>
          </p:nvSpPr>
          <p:spPr bwMode="auto">
            <a:xfrm>
              <a:off x="-2220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9" name="Text Box 107"/>
            <p:cNvSpPr txBox="1">
              <a:spLocks noChangeArrowheads="1"/>
            </p:cNvSpPr>
            <p:nvPr/>
          </p:nvSpPr>
          <p:spPr bwMode="auto">
            <a:xfrm>
              <a:off x="-2390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60" name="Line 108"/>
            <p:cNvSpPr>
              <a:spLocks noChangeShapeType="1"/>
            </p:cNvSpPr>
            <p:nvPr/>
          </p:nvSpPr>
          <p:spPr bwMode="auto">
            <a:xfrm>
              <a:off x="-1932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1" name="Text Box 109"/>
            <p:cNvSpPr txBox="1">
              <a:spLocks noChangeArrowheads="1"/>
            </p:cNvSpPr>
            <p:nvPr/>
          </p:nvSpPr>
          <p:spPr bwMode="auto">
            <a:xfrm>
              <a:off x="-2102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62" name="Line 110"/>
            <p:cNvSpPr>
              <a:spLocks noChangeShapeType="1"/>
            </p:cNvSpPr>
            <p:nvPr/>
          </p:nvSpPr>
          <p:spPr bwMode="auto">
            <a:xfrm>
              <a:off x="-1644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3" name="Text Box 111"/>
            <p:cNvSpPr txBox="1">
              <a:spLocks noChangeArrowheads="1"/>
            </p:cNvSpPr>
            <p:nvPr/>
          </p:nvSpPr>
          <p:spPr bwMode="auto">
            <a:xfrm>
              <a:off x="-1814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64" name="Line 112"/>
            <p:cNvSpPr>
              <a:spLocks noChangeShapeType="1"/>
            </p:cNvSpPr>
            <p:nvPr/>
          </p:nvSpPr>
          <p:spPr bwMode="auto">
            <a:xfrm>
              <a:off x="-1356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5" name="Text Box 113"/>
            <p:cNvSpPr txBox="1">
              <a:spLocks noChangeArrowheads="1"/>
            </p:cNvSpPr>
            <p:nvPr/>
          </p:nvSpPr>
          <p:spPr bwMode="auto">
            <a:xfrm>
              <a:off x="-1526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66" name="Line 114"/>
            <p:cNvSpPr>
              <a:spLocks noChangeShapeType="1"/>
            </p:cNvSpPr>
            <p:nvPr/>
          </p:nvSpPr>
          <p:spPr bwMode="auto">
            <a:xfrm>
              <a:off x="-1068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7" name="Text Box 115"/>
            <p:cNvSpPr txBox="1">
              <a:spLocks noChangeArrowheads="1"/>
            </p:cNvSpPr>
            <p:nvPr/>
          </p:nvSpPr>
          <p:spPr bwMode="auto">
            <a:xfrm>
              <a:off x="-1238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68" name="Line 116"/>
            <p:cNvSpPr>
              <a:spLocks noChangeShapeType="1"/>
            </p:cNvSpPr>
            <p:nvPr/>
          </p:nvSpPr>
          <p:spPr bwMode="auto">
            <a:xfrm>
              <a:off x="-780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9" name="Text Box 117"/>
            <p:cNvSpPr txBox="1">
              <a:spLocks noChangeArrowheads="1"/>
            </p:cNvSpPr>
            <p:nvPr/>
          </p:nvSpPr>
          <p:spPr bwMode="auto">
            <a:xfrm>
              <a:off x="-950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70" name="Line 118"/>
            <p:cNvSpPr>
              <a:spLocks noChangeShapeType="1"/>
            </p:cNvSpPr>
            <p:nvPr/>
          </p:nvSpPr>
          <p:spPr bwMode="auto">
            <a:xfrm>
              <a:off x="-492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1" name="Text Box 119"/>
            <p:cNvSpPr txBox="1">
              <a:spLocks noChangeArrowheads="1"/>
            </p:cNvSpPr>
            <p:nvPr/>
          </p:nvSpPr>
          <p:spPr bwMode="auto">
            <a:xfrm>
              <a:off x="-662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44" name="Group 12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2592"/>
            <a:chExt cx="3216" cy="1164"/>
          </a:xfrm>
        </p:grpSpPr>
        <p:sp>
          <p:nvSpPr>
            <p:cNvPr id="22790" name="Rectangle 121"/>
            <p:cNvSpPr>
              <a:spLocks noChangeArrowheads="1"/>
            </p:cNvSpPr>
            <p:nvPr/>
          </p:nvSpPr>
          <p:spPr bwMode="auto">
            <a:xfrm>
              <a:off x="-293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1" name="Rectangle 122"/>
            <p:cNvSpPr>
              <a:spLocks noChangeArrowheads="1"/>
            </p:cNvSpPr>
            <p:nvPr/>
          </p:nvSpPr>
          <p:spPr bwMode="auto">
            <a:xfrm>
              <a:off x="-265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2" name="Rectangle 123"/>
            <p:cNvSpPr>
              <a:spLocks noChangeArrowheads="1"/>
            </p:cNvSpPr>
            <p:nvPr/>
          </p:nvSpPr>
          <p:spPr bwMode="auto">
            <a:xfrm>
              <a:off x="-236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3" name="Rectangle 124"/>
            <p:cNvSpPr>
              <a:spLocks noChangeArrowheads="1"/>
            </p:cNvSpPr>
            <p:nvPr/>
          </p:nvSpPr>
          <p:spPr bwMode="auto">
            <a:xfrm>
              <a:off x="-207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4" name="Rectangle 125"/>
            <p:cNvSpPr>
              <a:spLocks noChangeArrowheads="1"/>
            </p:cNvSpPr>
            <p:nvPr/>
          </p:nvSpPr>
          <p:spPr bwMode="auto">
            <a:xfrm>
              <a:off x="-178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5" name="Rectangle 126"/>
            <p:cNvSpPr>
              <a:spLocks noChangeArrowheads="1"/>
            </p:cNvSpPr>
            <p:nvPr/>
          </p:nvSpPr>
          <p:spPr bwMode="auto">
            <a:xfrm>
              <a:off x="-149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6" name="Rectangle 127"/>
            <p:cNvSpPr>
              <a:spLocks noChangeArrowheads="1"/>
            </p:cNvSpPr>
            <p:nvPr/>
          </p:nvSpPr>
          <p:spPr bwMode="auto">
            <a:xfrm>
              <a:off x="-121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7" name="Rectangle 128"/>
            <p:cNvSpPr>
              <a:spLocks noChangeArrowheads="1"/>
            </p:cNvSpPr>
            <p:nvPr/>
          </p:nvSpPr>
          <p:spPr bwMode="auto">
            <a:xfrm>
              <a:off x="-34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8" name="Rectangle 129"/>
            <p:cNvSpPr>
              <a:spLocks noChangeArrowheads="1"/>
            </p:cNvSpPr>
            <p:nvPr/>
          </p:nvSpPr>
          <p:spPr bwMode="auto">
            <a:xfrm>
              <a:off x="-92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9" name="Rectangle 130"/>
            <p:cNvSpPr>
              <a:spLocks noChangeArrowheads="1"/>
            </p:cNvSpPr>
            <p:nvPr/>
          </p:nvSpPr>
          <p:spPr bwMode="auto">
            <a:xfrm>
              <a:off x="-63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00" name="Rectangle 131"/>
            <p:cNvSpPr>
              <a:spLocks noChangeArrowheads="1"/>
            </p:cNvSpPr>
            <p:nvPr/>
          </p:nvSpPr>
          <p:spPr bwMode="auto">
            <a:xfrm>
              <a:off x="-293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01" name="Rectangle 132"/>
            <p:cNvSpPr>
              <a:spLocks noChangeArrowheads="1"/>
            </p:cNvSpPr>
            <p:nvPr/>
          </p:nvSpPr>
          <p:spPr bwMode="auto">
            <a:xfrm>
              <a:off x="-265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02" name="Rectangle 133"/>
            <p:cNvSpPr>
              <a:spLocks noChangeArrowheads="1"/>
            </p:cNvSpPr>
            <p:nvPr/>
          </p:nvSpPr>
          <p:spPr bwMode="auto">
            <a:xfrm>
              <a:off x="-236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03" name="Rectangle 134"/>
            <p:cNvSpPr>
              <a:spLocks noChangeArrowheads="1"/>
            </p:cNvSpPr>
            <p:nvPr/>
          </p:nvSpPr>
          <p:spPr bwMode="auto">
            <a:xfrm>
              <a:off x="-207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04" name="Rectangle 135"/>
            <p:cNvSpPr>
              <a:spLocks noChangeArrowheads="1"/>
            </p:cNvSpPr>
            <p:nvPr/>
          </p:nvSpPr>
          <p:spPr bwMode="auto">
            <a:xfrm>
              <a:off x="-178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05" name="Rectangle 136"/>
            <p:cNvSpPr>
              <a:spLocks noChangeArrowheads="1"/>
            </p:cNvSpPr>
            <p:nvPr/>
          </p:nvSpPr>
          <p:spPr bwMode="auto">
            <a:xfrm>
              <a:off x="-149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06" name="Rectangle 137"/>
            <p:cNvSpPr>
              <a:spLocks noChangeArrowheads="1"/>
            </p:cNvSpPr>
            <p:nvPr/>
          </p:nvSpPr>
          <p:spPr bwMode="auto">
            <a:xfrm>
              <a:off x="-121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07" name="Rectangle 138"/>
            <p:cNvSpPr>
              <a:spLocks noChangeArrowheads="1"/>
            </p:cNvSpPr>
            <p:nvPr/>
          </p:nvSpPr>
          <p:spPr bwMode="auto">
            <a:xfrm>
              <a:off x="-34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08" name="Rectangle 139"/>
            <p:cNvSpPr>
              <a:spLocks noChangeArrowheads="1"/>
            </p:cNvSpPr>
            <p:nvPr/>
          </p:nvSpPr>
          <p:spPr bwMode="auto">
            <a:xfrm>
              <a:off x="-92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09" name="Rectangle 140"/>
            <p:cNvSpPr>
              <a:spLocks noChangeArrowheads="1"/>
            </p:cNvSpPr>
            <p:nvPr/>
          </p:nvSpPr>
          <p:spPr bwMode="auto">
            <a:xfrm>
              <a:off x="-63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10" name="Text Box 141"/>
            <p:cNvSpPr txBox="1">
              <a:spLocks noChangeArrowheads="1"/>
            </p:cNvSpPr>
            <p:nvPr/>
          </p:nvSpPr>
          <p:spPr bwMode="auto">
            <a:xfrm>
              <a:off x="-3216" y="318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11" name="Text Box 142"/>
            <p:cNvSpPr txBox="1">
              <a:spLocks noChangeArrowheads="1"/>
            </p:cNvSpPr>
            <p:nvPr/>
          </p:nvSpPr>
          <p:spPr bwMode="auto">
            <a:xfrm>
              <a:off x="-2964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12" name="Line 143"/>
            <p:cNvSpPr>
              <a:spLocks noChangeShapeType="1"/>
            </p:cNvSpPr>
            <p:nvPr/>
          </p:nvSpPr>
          <p:spPr bwMode="auto">
            <a:xfrm>
              <a:off x="-2508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3" name="Text Box 144"/>
            <p:cNvSpPr txBox="1">
              <a:spLocks noChangeArrowheads="1"/>
            </p:cNvSpPr>
            <p:nvPr/>
          </p:nvSpPr>
          <p:spPr bwMode="auto">
            <a:xfrm>
              <a:off x="-2678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14" name="Line 145"/>
            <p:cNvSpPr>
              <a:spLocks noChangeShapeType="1"/>
            </p:cNvSpPr>
            <p:nvPr/>
          </p:nvSpPr>
          <p:spPr bwMode="auto">
            <a:xfrm>
              <a:off x="-2796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5" name="Line 146"/>
            <p:cNvSpPr>
              <a:spLocks noChangeShapeType="1"/>
            </p:cNvSpPr>
            <p:nvPr/>
          </p:nvSpPr>
          <p:spPr bwMode="auto">
            <a:xfrm>
              <a:off x="-2220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6" name="Text Box 147"/>
            <p:cNvSpPr txBox="1">
              <a:spLocks noChangeArrowheads="1"/>
            </p:cNvSpPr>
            <p:nvPr/>
          </p:nvSpPr>
          <p:spPr bwMode="auto">
            <a:xfrm>
              <a:off x="-2390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17" name="Line 148"/>
            <p:cNvSpPr>
              <a:spLocks noChangeShapeType="1"/>
            </p:cNvSpPr>
            <p:nvPr/>
          </p:nvSpPr>
          <p:spPr bwMode="auto">
            <a:xfrm>
              <a:off x="-1932" y="2844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8" name="Text Box 149"/>
            <p:cNvSpPr txBox="1">
              <a:spLocks noChangeArrowheads="1"/>
            </p:cNvSpPr>
            <p:nvPr/>
          </p:nvSpPr>
          <p:spPr bwMode="auto">
            <a:xfrm>
              <a:off x="-2102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19" name="Line 150"/>
            <p:cNvSpPr>
              <a:spLocks noChangeShapeType="1"/>
            </p:cNvSpPr>
            <p:nvPr/>
          </p:nvSpPr>
          <p:spPr bwMode="auto">
            <a:xfrm>
              <a:off x="-1644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0" name="Text Box 151"/>
            <p:cNvSpPr txBox="1">
              <a:spLocks noChangeArrowheads="1"/>
            </p:cNvSpPr>
            <p:nvPr/>
          </p:nvSpPr>
          <p:spPr bwMode="auto">
            <a:xfrm>
              <a:off x="-1814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21" name="Line 152"/>
            <p:cNvSpPr>
              <a:spLocks noChangeShapeType="1"/>
            </p:cNvSpPr>
            <p:nvPr/>
          </p:nvSpPr>
          <p:spPr bwMode="auto">
            <a:xfrm>
              <a:off x="-1356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2" name="Text Box 153"/>
            <p:cNvSpPr txBox="1">
              <a:spLocks noChangeArrowheads="1"/>
            </p:cNvSpPr>
            <p:nvPr/>
          </p:nvSpPr>
          <p:spPr bwMode="auto">
            <a:xfrm>
              <a:off x="-1526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23" name="Line 154"/>
            <p:cNvSpPr>
              <a:spLocks noChangeShapeType="1"/>
            </p:cNvSpPr>
            <p:nvPr/>
          </p:nvSpPr>
          <p:spPr bwMode="auto">
            <a:xfrm>
              <a:off x="-1068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4" name="Text Box 155"/>
            <p:cNvSpPr txBox="1">
              <a:spLocks noChangeArrowheads="1"/>
            </p:cNvSpPr>
            <p:nvPr/>
          </p:nvSpPr>
          <p:spPr bwMode="auto">
            <a:xfrm>
              <a:off x="-1238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25" name="Line 156"/>
            <p:cNvSpPr>
              <a:spLocks noChangeShapeType="1"/>
            </p:cNvSpPr>
            <p:nvPr/>
          </p:nvSpPr>
          <p:spPr bwMode="auto">
            <a:xfrm>
              <a:off x="-780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6" name="Text Box 157"/>
            <p:cNvSpPr txBox="1">
              <a:spLocks noChangeArrowheads="1"/>
            </p:cNvSpPr>
            <p:nvPr/>
          </p:nvSpPr>
          <p:spPr bwMode="auto">
            <a:xfrm>
              <a:off x="-950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27" name="Line 158"/>
            <p:cNvSpPr>
              <a:spLocks noChangeShapeType="1"/>
            </p:cNvSpPr>
            <p:nvPr/>
          </p:nvSpPr>
          <p:spPr bwMode="auto">
            <a:xfrm>
              <a:off x="-492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8" name="Text Box 159"/>
            <p:cNvSpPr txBox="1">
              <a:spLocks noChangeArrowheads="1"/>
            </p:cNvSpPr>
            <p:nvPr/>
          </p:nvSpPr>
          <p:spPr bwMode="auto">
            <a:xfrm>
              <a:off x="-662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29" name="Line 160"/>
            <p:cNvSpPr>
              <a:spLocks noChangeShapeType="1"/>
            </p:cNvSpPr>
            <p:nvPr/>
          </p:nvSpPr>
          <p:spPr bwMode="auto">
            <a:xfrm>
              <a:off x="-204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0" name="Text Box 161"/>
            <p:cNvSpPr txBox="1">
              <a:spLocks noChangeArrowheads="1"/>
            </p:cNvSpPr>
            <p:nvPr/>
          </p:nvSpPr>
          <p:spPr bwMode="auto">
            <a:xfrm>
              <a:off x="-374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86" name="Group 16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408" y="1152"/>
            <a:chExt cx="3216" cy="1164"/>
          </a:xfrm>
        </p:grpSpPr>
        <p:sp>
          <p:nvSpPr>
            <p:cNvPr id="22749" name="Rectangle 163"/>
            <p:cNvSpPr>
              <a:spLocks noChangeArrowheads="1"/>
            </p:cNvSpPr>
            <p:nvPr/>
          </p:nvSpPr>
          <p:spPr bwMode="auto">
            <a:xfrm>
              <a:off x="-313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0" name="Rectangle 164"/>
            <p:cNvSpPr>
              <a:spLocks noChangeArrowheads="1"/>
            </p:cNvSpPr>
            <p:nvPr/>
          </p:nvSpPr>
          <p:spPr bwMode="auto">
            <a:xfrm>
              <a:off x="-284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1" name="Rectangle 165"/>
            <p:cNvSpPr>
              <a:spLocks noChangeArrowheads="1"/>
            </p:cNvSpPr>
            <p:nvPr/>
          </p:nvSpPr>
          <p:spPr bwMode="auto">
            <a:xfrm>
              <a:off x="-255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2" name="Rectangle 166"/>
            <p:cNvSpPr>
              <a:spLocks noChangeArrowheads="1"/>
            </p:cNvSpPr>
            <p:nvPr/>
          </p:nvSpPr>
          <p:spPr bwMode="auto">
            <a:xfrm>
              <a:off x="-226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3" name="Rectangle 167"/>
            <p:cNvSpPr>
              <a:spLocks noChangeArrowheads="1"/>
            </p:cNvSpPr>
            <p:nvPr/>
          </p:nvSpPr>
          <p:spPr bwMode="auto">
            <a:xfrm>
              <a:off x="-197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4" name="Rectangle 168"/>
            <p:cNvSpPr>
              <a:spLocks noChangeArrowheads="1"/>
            </p:cNvSpPr>
            <p:nvPr/>
          </p:nvSpPr>
          <p:spPr bwMode="auto">
            <a:xfrm>
              <a:off x="-169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5" name="Rectangle 169"/>
            <p:cNvSpPr>
              <a:spLocks noChangeArrowheads="1"/>
            </p:cNvSpPr>
            <p:nvPr/>
          </p:nvSpPr>
          <p:spPr bwMode="auto">
            <a:xfrm>
              <a:off x="-140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6" name="Rectangle 170"/>
            <p:cNvSpPr>
              <a:spLocks noChangeArrowheads="1"/>
            </p:cNvSpPr>
            <p:nvPr/>
          </p:nvSpPr>
          <p:spPr bwMode="auto">
            <a:xfrm>
              <a:off x="-53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7" name="Rectangle 171"/>
            <p:cNvSpPr>
              <a:spLocks noChangeArrowheads="1"/>
            </p:cNvSpPr>
            <p:nvPr/>
          </p:nvSpPr>
          <p:spPr bwMode="auto">
            <a:xfrm>
              <a:off x="-111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8" name="Rectangle 172"/>
            <p:cNvSpPr>
              <a:spLocks noChangeArrowheads="1"/>
            </p:cNvSpPr>
            <p:nvPr/>
          </p:nvSpPr>
          <p:spPr bwMode="auto">
            <a:xfrm>
              <a:off x="-82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9" name="Rectangle 173"/>
            <p:cNvSpPr>
              <a:spLocks noChangeArrowheads="1"/>
            </p:cNvSpPr>
            <p:nvPr/>
          </p:nvSpPr>
          <p:spPr bwMode="auto">
            <a:xfrm>
              <a:off x="-313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60" name="Rectangle 174"/>
            <p:cNvSpPr>
              <a:spLocks noChangeArrowheads="1"/>
            </p:cNvSpPr>
            <p:nvPr/>
          </p:nvSpPr>
          <p:spPr bwMode="auto">
            <a:xfrm>
              <a:off x="-284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61" name="Rectangle 175"/>
            <p:cNvSpPr>
              <a:spLocks noChangeArrowheads="1"/>
            </p:cNvSpPr>
            <p:nvPr/>
          </p:nvSpPr>
          <p:spPr bwMode="auto">
            <a:xfrm>
              <a:off x="-255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62" name="Rectangle 176"/>
            <p:cNvSpPr>
              <a:spLocks noChangeArrowheads="1"/>
            </p:cNvSpPr>
            <p:nvPr/>
          </p:nvSpPr>
          <p:spPr bwMode="auto">
            <a:xfrm>
              <a:off x="-226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63" name="Rectangle 177"/>
            <p:cNvSpPr>
              <a:spLocks noChangeArrowheads="1"/>
            </p:cNvSpPr>
            <p:nvPr/>
          </p:nvSpPr>
          <p:spPr bwMode="auto">
            <a:xfrm>
              <a:off x="-197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64" name="Rectangle 178"/>
            <p:cNvSpPr>
              <a:spLocks noChangeArrowheads="1"/>
            </p:cNvSpPr>
            <p:nvPr/>
          </p:nvSpPr>
          <p:spPr bwMode="auto">
            <a:xfrm>
              <a:off x="-169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65" name="Rectangle 179"/>
            <p:cNvSpPr>
              <a:spLocks noChangeArrowheads="1"/>
            </p:cNvSpPr>
            <p:nvPr/>
          </p:nvSpPr>
          <p:spPr bwMode="auto">
            <a:xfrm>
              <a:off x="-140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66" name="Rectangle 180"/>
            <p:cNvSpPr>
              <a:spLocks noChangeArrowheads="1"/>
            </p:cNvSpPr>
            <p:nvPr/>
          </p:nvSpPr>
          <p:spPr bwMode="auto">
            <a:xfrm>
              <a:off x="-53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67" name="Rectangle 181"/>
            <p:cNvSpPr>
              <a:spLocks noChangeArrowheads="1"/>
            </p:cNvSpPr>
            <p:nvPr/>
          </p:nvSpPr>
          <p:spPr bwMode="auto">
            <a:xfrm>
              <a:off x="-111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68" name="Rectangle 182"/>
            <p:cNvSpPr>
              <a:spLocks noChangeArrowheads="1"/>
            </p:cNvSpPr>
            <p:nvPr/>
          </p:nvSpPr>
          <p:spPr bwMode="auto">
            <a:xfrm>
              <a:off x="-82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69" name="Text Box 183"/>
            <p:cNvSpPr txBox="1">
              <a:spLocks noChangeArrowheads="1"/>
            </p:cNvSpPr>
            <p:nvPr/>
          </p:nvSpPr>
          <p:spPr bwMode="auto">
            <a:xfrm>
              <a:off x="-3408" y="174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70" name="Text Box 184"/>
            <p:cNvSpPr txBox="1">
              <a:spLocks noChangeArrowheads="1"/>
            </p:cNvSpPr>
            <p:nvPr/>
          </p:nvSpPr>
          <p:spPr bwMode="auto">
            <a:xfrm>
              <a:off x="-3156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71" name="Line 185"/>
            <p:cNvSpPr>
              <a:spLocks noChangeShapeType="1"/>
            </p:cNvSpPr>
            <p:nvPr/>
          </p:nvSpPr>
          <p:spPr bwMode="auto">
            <a:xfrm>
              <a:off x="-2700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2" name="Text Box 186"/>
            <p:cNvSpPr txBox="1">
              <a:spLocks noChangeArrowheads="1"/>
            </p:cNvSpPr>
            <p:nvPr/>
          </p:nvSpPr>
          <p:spPr bwMode="auto">
            <a:xfrm>
              <a:off x="-2870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73" name="Line 187"/>
            <p:cNvSpPr>
              <a:spLocks noChangeShapeType="1"/>
            </p:cNvSpPr>
            <p:nvPr/>
          </p:nvSpPr>
          <p:spPr bwMode="auto">
            <a:xfrm>
              <a:off x="-2988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4" name="Line 188"/>
            <p:cNvSpPr>
              <a:spLocks noChangeShapeType="1"/>
            </p:cNvSpPr>
            <p:nvPr/>
          </p:nvSpPr>
          <p:spPr bwMode="auto">
            <a:xfrm>
              <a:off x="-2412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5" name="Text Box 189"/>
            <p:cNvSpPr txBox="1">
              <a:spLocks noChangeArrowheads="1"/>
            </p:cNvSpPr>
            <p:nvPr/>
          </p:nvSpPr>
          <p:spPr bwMode="auto">
            <a:xfrm>
              <a:off x="-2582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76" name="Line 190"/>
            <p:cNvSpPr>
              <a:spLocks noChangeShapeType="1"/>
            </p:cNvSpPr>
            <p:nvPr/>
          </p:nvSpPr>
          <p:spPr bwMode="auto">
            <a:xfrm>
              <a:off x="-2124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7" name="Text Box 191"/>
            <p:cNvSpPr txBox="1">
              <a:spLocks noChangeArrowheads="1"/>
            </p:cNvSpPr>
            <p:nvPr/>
          </p:nvSpPr>
          <p:spPr bwMode="auto">
            <a:xfrm>
              <a:off x="-2294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78" name="Line 192"/>
            <p:cNvSpPr>
              <a:spLocks noChangeShapeType="1"/>
            </p:cNvSpPr>
            <p:nvPr/>
          </p:nvSpPr>
          <p:spPr bwMode="auto">
            <a:xfrm>
              <a:off x="-1836" y="1407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9" name="Text Box 193"/>
            <p:cNvSpPr txBox="1">
              <a:spLocks noChangeArrowheads="1"/>
            </p:cNvSpPr>
            <p:nvPr/>
          </p:nvSpPr>
          <p:spPr bwMode="auto">
            <a:xfrm>
              <a:off x="-2006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80" name="Line 194"/>
            <p:cNvSpPr>
              <a:spLocks noChangeShapeType="1"/>
            </p:cNvSpPr>
            <p:nvPr/>
          </p:nvSpPr>
          <p:spPr bwMode="auto">
            <a:xfrm>
              <a:off x="-1548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1" name="Text Box 195"/>
            <p:cNvSpPr txBox="1">
              <a:spLocks noChangeArrowheads="1"/>
            </p:cNvSpPr>
            <p:nvPr/>
          </p:nvSpPr>
          <p:spPr bwMode="auto">
            <a:xfrm>
              <a:off x="-1718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82" name="Line 196"/>
            <p:cNvSpPr>
              <a:spLocks noChangeShapeType="1"/>
            </p:cNvSpPr>
            <p:nvPr/>
          </p:nvSpPr>
          <p:spPr bwMode="auto">
            <a:xfrm>
              <a:off x="-1260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3" name="Text Box 197"/>
            <p:cNvSpPr txBox="1">
              <a:spLocks noChangeArrowheads="1"/>
            </p:cNvSpPr>
            <p:nvPr/>
          </p:nvSpPr>
          <p:spPr bwMode="auto">
            <a:xfrm>
              <a:off x="-1430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84" name="Line 198"/>
            <p:cNvSpPr>
              <a:spLocks noChangeShapeType="1"/>
            </p:cNvSpPr>
            <p:nvPr/>
          </p:nvSpPr>
          <p:spPr bwMode="auto">
            <a:xfrm>
              <a:off x="-972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5" name="Text Box 199"/>
            <p:cNvSpPr txBox="1">
              <a:spLocks noChangeArrowheads="1"/>
            </p:cNvSpPr>
            <p:nvPr/>
          </p:nvSpPr>
          <p:spPr bwMode="auto">
            <a:xfrm>
              <a:off x="-1142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86" name="Line 200"/>
            <p:cNvSpPr>
              <a:spLocks noChangeShapeType="1"/>
            </p:cNvSpPr>
            <p:nvPr/>
          </p:nvSpPr>
          <p:spPr bwMode="auto">
            <a:xfrm>
              <a:off x="-684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7" name="Text Box 201"/>
            <p:cNvSpPr txBox="1">
              <a:spLocks noChangeArrowheads="1"/>
            </p:cNvSpPr>
            <p:nvPr/>
          </p:nvSpPr>
          <p:spPr bwMode="auto">
            <a:xfrm>
              <a:off x="-854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88" name="Line 202"/>
            <p:cNvSpPr>
              <a:spLocks noChangeShapeType="1"/>
            </p:cNvSpPr>
            <p:nvPr/>
          </p:nvSpPr>
          <p:spPr bwMode="auto">
            <a:xfrm>
              <a:off x="-396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9" name="Text Box 203"/>
            <p:cNvSpPr txBox="1">
              <a:spLocks noChangeArrowheads="1"/>
            </p:cNvSpPr>
            <p:nvPr/>
          </p:nvSpPr>
          <p:spPr bwMode="auto">
            <a:xfrm>
              <a:off x="-566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28" name="Group 204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-240"/>
            <a:chExt cx="3216" cy="1164"/>
          </a:xfrm>
        </p:grpSpPr>
        <p:sp>
          <p:nvSpPr>
            <p:cNvPr id="22708" name="Rectangle 205"/>
            <p:cNvSpPr>
              <a:spLocks noChangeArrowheads="1"/>
            </p:cNvSpPr>
            <p:nvPr/>
          </p:nvSpPr>
          <p:spPr bwMode="auto">
            <a:xfrm>
              <a:off x="-293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09" name="Rectangle 206"/>
            <p:cNvSpPr>
              <a:spLocks noChangeArrowheads="1"/>
            </p:cNvSpPr>
            <p:nvPr/>
          </p:nvSpPr>
          <p:spPr bwMode="auto">
            <a:xfrm>
              <a:off x="-265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0" name="Rectangle 207"/>
            <p:cNvSpPr>
              <a:spLocks noChangeArrowheads="1"/>
            </p:cNvSpPr>
            <p:nvPr/>
          </p:nvSpPr>
          <p:spPr bwMode="auto">
            <a:xfrm>
              <a:off x="-236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1" name="Rectangle 208"/>
            <p:cNvSpPr>
              <a:spLocks noChangeArrowheads="1"/>
            </p:cNvSpPr>
            <p:nvPr/>
          </p:nvSpPr>
          <p:spPr bwMode="auto">
            <a:xfrm>
              <a:off x="-207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2" name="Rectangle 209"/>
            <p:cNvSpPr>
              <a:spLocks noChangeArrowheads="1"/>
            </p:cNvSpPr>
            <p:nvPr/>
          </p:nvSpPr>
          <p:spPr bwMode="auto">
            <a:xfrm>
              <a:off x="-178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3" name="Rectangle 210"/>
            <p:cNvSpPr>
              <a:spLocks noChangeArrowheads="1"/>
            </p:cNvSpPr>
            <p:nvPr/>
          </p:nvSpPr>
          <p:spPr bwMode="auto">
            <a:xfrm>
              <a:off x="-149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4" name="Rectangle 211"/>
            <p:cNvSpPr>
              <a:spLocks noChangeArrowheads="1"/>
            </p:cNvSpPr>
            <p:nvPr/>
          </p:nvSpPr>
          <p:spPr bwMode="auto">
            <a:xfrm>
              <a:off x="-121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5" name="Rectangle 212"/>
            <p:cNvSpPr>
              <a:spLocks noChangeArrowheads="1"/>
            </p:cNvSpPr>
            <p:nvPr/>
          </p:nvSpPr>
          <p:spPr bwMode="auto">
            <a:xfrm>
              <a:off x="-34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6" name="Rectangle 213"/>
            <p:cNvSpPr>
              <a:spLocks noChangeArrowheads="1"/>
            </p:cNvSpPr>
            <p:nvPr/>
          </p:nvSpPr>
          <p:spPr bwMode="auto">
            <a:xfrm>
              <a:off x="-92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7" name="Rectangle 214"/>
            <p:cNvSpPr>
              <a:spLocks noChangeArrowheads="1"/>
            </p:cNvSpPr>
            <p:nvPr/>
          </p:nvSpPr>
          <p:spPr bwMode="auto">
            <a:xfrm>
              <a:off x="-63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8" name="Rectangle 215"/>
            <p:cNvSpPr>
              <a:spLocks noChangeArrowheads="1"/>
            </p:cNvSpPr>
            <p:nvPr/>
          </p:nvSpPr>
          <p:spPr bwMode="auto">
            <a:xfrm>
              <a:off x="-293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19" name="Rectangle 216"/>
            <p:cNvSpPr>
              <a:spLocks noChangeArrowheads="1"/>
            </p:cNvSpPr>
            <p:nvPr/>
          </p:nvSpPr>
          <p:spPr bwMode="auto">
            <a:xfrm>
              <a:off x="-265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20" name="Rectangle 217"/>
            <p:cNvSpPr>
              <a:spLocks noChangeArrowheads="1"/>
            </p:cNvSpPr>
            <p:nvPr/>
          </p:nvSpPr>
          <p:spPr bwMode="auto">
            <a:xfrm>
              <a:off x="-236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21" name="Rectangle 218"/>
            <p:cNvSpPr>
              <a:spLocks noChangeArrowheads="1"/>
            </p:cNvSpPr>
            <p:nvPr/>
          </p:nvSpPr>
          <p:spPr bwMode="auto">
            <a:xfrm>
              <a:off x="-207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22" name="Rectangle 219"/>
            <p:cNvSpPr>
              <a:spLocks noChangeArrowheads="1"/>
            </p:cNvSpPr>
            <p:nvPr/>
          </p:nvSpPr>
          <p:spPr bwMode="auto">
            <a:xfrm>
              <a:off x="-178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23" name="Rectangle 220"/>
            <p:cNvSpPr>
              <a:spLocks noChangeArrowheads="1"/>
            </p:cNvSpPr>
            <p:nvPr/>
          </p:nvSpPr>
          <p:spPr bwMode="auto">
            <a:xfrm>
              <a:off x="-149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24" name="Rectangle 221"/>
            <p:cNvSpPr>
              <a:spLocks noChangeArrowheads="1"/>
            </p:cNvSpPr>
            <p:nvPr/>
          </p:nvSpPr>
          <p:spPr bwMode="auto">
            <a:xfrm>
              <a:off x="-121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25" name="Rectangle 222"/>
            <p:cNvSpPr>
              <a:spLocks noChangeArrowheads="1"/>
            </p:cNvSpPr>
            <p:nvPr/>
          </p:nvSpPr>
          <p:spPr bwMode="auto">
            <a:xfrm>
              <a:off x="-34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26" name="Rectangle 223"/>
            <p:cNvSpPr>
              <a:spLocks noChangeArrowheads="1"/>
            </p:cNvSpPr>
            <p:nvPr/>
          </p:nvSpPr>
          <p:spPr bwMode="auto">
            <a:xfrm>
              <a:off x="-92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27" name="Rectangle 224"/>
            <p:cNvSpPr>
              <a:spLocks noChangeArrowheads="1"/>
            </p:cNvSpPr>
            <p:nvPr/>
          </p:nvSpPr>
          <p:spPr bwMode="auto">
            <a:xfrm>
              <a:off x="-63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28" name="Text Box 225"/>
            <p:cNvSpPr txBox="1">
              <a:spLocks noChangeArrowheads="1"/>
            </p:cNvSpPr>
            <p:nvPr/>
          </p:nvSpPr>
          <p:spPr bwMode="auto">
            <a:xfrm>
              <a:off x="-3216" y="35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29" name="Text Box 226"/>
            <p:cNvSpPr txBox="1">
              <a:spLocks noChangeArrowheads="1"/>
            </p:cNvSpPr>
            <p:nvPr/>
          </p:nvSpPr>
          <p:spPr bwMode="auto">
            <a:xfrm>
              <a:off x="-2964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30" name="Line 227"/>
            <p:cNvSpPr>
              <a:spLocks noChangeShapeType="1"/>
            </p:cNvSpPr>
            <p:nvPr/>
          </p:nvSpPr>
          <p:spPr bwMode="auto">
            <a:xfrm>
              <a:off x="-2508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1" name="Text Box 228"/>
            <p:cNvSpPr txBox="1">
              <a:spLocks noChangeArrowheads="1"/>
            </p:cNvSpPr>
            <p:nvPr/>
          </p:nvSpPr>
          <p:spPr bwMode="auto">
            <a:xfrm>
              <a:off x="-2678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32" name="Line 229"/>
            <p:cNvSpPr>
              <a:spLocks noChangeShapeType="1"/>
            </p:cNvSpPr>
            <p:nvPr/>
          </p:nvSpPr>
          <p:spPr bwMode="auto">
            <a:xfrm>
              <a:off x="-2796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3" name="Line 230"/>
            <p:cNvSpPr>
              <a:spLocks noChangeShapeType="1"/>
            </p:cNvSpPr>
            <p:nvPr/>
          </p:nvSpPr>
          <p:spPr bwMode="auto">
            <a:xfrm>
              <a:off x="-2220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4" name="Text Box 231"/>
            <p:cNvSpPr txBox="1">
              <a:spLocks noChangeArrowheads="1"/>
            </p:cNvSpPr>
            <p:nvPr/>
          </p:nvSpPr>
          <p:spPr bwMode="auto">
            <a:xfrm>
              <a:off x="-2390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35" name="Line 232"/>
            <p:cNvSpPr>
              <a:spLocks noChangeShapeType="1"/>
            </p:cNvSpPr>
            <p:nvPr/>
          </p:nvSpPr>
          <p:spPr bwMode="auto">
            <a:xfrm>
              <a:off x="-1932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6" name="Text Box 233"/>
            <p:cNvSpPr txBox="1">
              <a:spLocks noChangeArrowheads="1"/>
            </p:cNvSpPr>
            <p:nvPr/>
          </p:nvSpPr>
          <p:spPr bwMode="auto">
            <a:xfrm>
              <a:off x="-2102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37" name="Line 234"/>
            <p:cNvSpPr>
              <a:spLocks noChangeShapeType="1"/>
            </p:cNvSpPr>
            <p:nvPr/>
          </p:nvSpPr>
          <p:spPr bwMode="auto">
            <a:xfrm>
              <a:off x="-1644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8" name="Text Box 235"/>
            <p:cNvSpPr txBox="1">
              <a:spLocks noChangeArrowheads="1"/>
            </p:cNvSpPr>
            <p:nvPr/>
          </p:nvSpPr>
          <p:spPr bwMode="auto">
            <a:xfrm>
              <a:off x="-1814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39" name="Line 236"/>
            <p:cNvSpPr>
              <a:spLocks noChangeShapeType="1"/>
            </p:cNvSpPr>
            <p:nvPr/>
          </p:nvSpPr>
          <p:spPr bwMode="auto">
            <a:xfrm>
              <a:off x="-1356" y="1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0" name="Text Box 237"/>
            <p:cNvSpPr txBox="1">
              <a:spLocks noChangeArrowheads="1"/>
            </p:cNvSpPr>
            <p:nvPr/>
          </p:nvSpPr>
          <p:spPr bwMode="auto">
            <a:xfrm>
              <a:off x="-1526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41" name="Line 238"/>
            <p:cNvSpPr>
              <a:spLocks noChangeShapeType="1"/>
            </p:cNvSpPr>
            <p:nvPr/>
          </p:nvSpPr>
          <p:spPr bwMode="auto">
            <a:xfrm>
              <a:off x="-1068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2" name="Text Box 239"/>
            <p:cNvSpPr txBox="1">
              <a:spLocks noChangeArrowheads="1"/>
            </p:cNvSpPr>
            <p:nvPr/>
          </p:nvSpPr>
          <p:spPr bwMode="auto">
            <a:xfrm>
              <a:off x="-1238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43" name="Line 240"/>
            <p:cNvSpPr>
              <a:spLocks noChangeShapeType="1"/>
            </p:cNvSpPr>
            <p:nvPr/>
          </p:nvSpPr>
          <p:spPr bwMode="auto">
            <a:xfrm>
              <a:off x="-780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4" name="Text Box 241"/>
            <p:cNvSpPr txBox="1">
              <a:spLocks noChangeArrowheads="1"/>
            </p:cNvSpPr>
            <p:nvPr/>
          </p:nvSpPr>
          <p:spPr bwMode="auto">
            <a:xfrm>
              <a:off x="-950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45" name="Line 242"/>
            <p:cNvSpPr>
              <a:spLocks noChangeShapeType="1"/>
            </p:cNvSpPr>
            <p:nvPr/>
          </p:nvSpPr>
          <p:spPr bwMode="auto">
            <a:xfrm>
              <a:off x="-492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6" name="Text Box 243"/>
            <p:cNvSpPr txBox="1">
              <a:spLocks noChangeArrowheads="1"/>
            </p:cNvSpPr>
            <p:nvPr/>
          </p:nvSpPr>
          <p:spPr bwMode="auto">
            <a:xfrm>
              <a:off x="-662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47" name="Line 244"/>
            <p:cNvSpPr>
              <a:spLocks noChangeShapeType="1"/>
            </p:cNvSpPr>
            <p:nvPr/>
          </p:nvSpPr>
          <p:spPr bwMode="auto">
            <a:xfrm>
              <a:off x="-204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8" name="Text Box 245"/>
            <p:cNvSpPr txBox="1">
              <a:spLocks noChangeArrowheads="1"/>
            </p:cNvSpPr>
            <p:nvPr/>
          </p:nvSpPr>
          <p:spPr bwMode="auto">
            <a:xfrm>
              <a:off x="-374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70" name="Group 246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2016"/>
            <a:chExt cx="3216" cy="1164"/>
          </a:xfrm>
        </p:grpSpPr>
        <p:sp>
          <p:nvSpPr>
            <p:cNvPr id="22667" name="Rectangle 247"/>
            <p:cNvSpPr>
              <a:spLocks noChangeArrowheads="1"/>
            </p:cNvSpPr>
            <p:nvPr/>
          </p:nvSpPr>
          <p:spPr bwMode="auto">
            <a:xfrm>
              <a:off x="-308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8" name="Rectangle 248"/>
            <p:cNvSpPr>
              <a:spLocks noChangeArrowheads="1"/>
            </p:cNvSpPr>
            <p:nvPr/>
          </p:nvSpPr>
          <p:spPr bwMode="auto">
            <a:xfrm>
              <a:off x="-279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9" name="Rectangle 249"/>
            <p:cNvSpPr>
              <a:spLocks noChangeArrowheads="1"/>
            </p:cNvSpPr>
            <p:nvPr/>
          </p:nvSpPr>
          <p:spPr bwMode="auto">
            <a:xfrm>
              <a:off x="-250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0" name="Rectangle 250"/>
            <p:cNvSpPr>
              <a:spLocks noChangeArrowheads="1"/>
            </p:cNvSpPr>
            <p:nvPr/>
          </p:nvSpPr>
          <p:spPr bwMode="auto">
            <a:xfrm>
              <a:off x="-221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1" name="Rectangle 251"/>
            <p:cNvSpPr>
              <a:spLocks noChangeArrowheads="1"/>
            </p:cNvSpPr>
            <p:nvPr/>
          </p:nvSpPr>
          <p:spPr bwMode="auto">
            <a:xfrm>
              <a:off x="-193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2" name="Rectangle 252"/>
            <p:cNvSpPr>
              <a:spLocks noChangeArrowheads="1"/>
            </p:cNvSpPr>
            <p:nvPr/>
          </p:nvSpPr>
          <p:spPr bwMode="auto">
            <a:xfrm>
              <a:off x="-164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3" name="Rectangle 253"/>
            <p:cNvSpPr>
              <a:spLocks noChangeArrowheads="1"/>
            </p:cNvSpPr>
            <p:nvPr/>
          </p:nvSpPr>
          <p:spPr bwMode="auto">
            <a:xfrm>
              <a:off x="-135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4" name="Rectangle 254"/>
            <p:cNvSpPr>
              <a:spLocks noChangeArrowheads="1"/>
            </p:cNvSpPr>
            <p:nvPr/>
          </p:nvSpPr>
          <p:spPr bwMode="auto">
            <a:xfrm>
              <a:off x="-49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5" name="Rectangle 255"/>
            <p:cNvSpPr>
              <a:spLocks noChangeArrowheads="1"/>
            </p:cNvSpPr>
            <p:nvPr/>
          </p:nvSpPr>
          <p:spPr bwMode="auto">
            <a:xfrm>
              <a:off x="-106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6" name="Rectangle 256"/>
            <p:cNvSpPr>
              <a:spLocks noChangeArrowheads="1"/>
            </p:cNvSpPr>
            <p:nvPr/>
          </p:nvSpPr>
          <p:spPr bwMode="auto">
            <a:xfrm>
              <a:off x="-77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7" name="Rectangle 257"/>
            <p:cNvSpPr>
              <a:spLocks noChangeArrowheads="1"/>
            </p:cNvSpPr>
            <p:nvPr/>
          </p:nvSpPr>
          <p:spPr bwMode="auto">
            <a:xfrm>
              <a:off x="-308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78" name="Rectangle 258"/>
            <p:cNvSpPr>
              <a:spLocks noChangeArrowheads="1"/>
            </p:cNvSpPr>
            <p:nvPr/>
          </p:nvSpPr>
          <p:spPr bwMode="auto">
            <a:xfrm>
              <a:off x="-279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79" name="Rectangle 259"/>
            <p:cNvSpPr>
              <a:spLocks noChangeArrowheads="1"/>
            </p:cNvSpPr>
            <p:nvPr/>
          </p:nvSpPr>
          <p:spPr bwMode="auto">
            <a:xfrm>
              <a:off x="-250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80" name="Rectangle 260"/>
            <p:cNvSpPr>
              <a:spLocks noChangeArrowheads="1"/>
            </p:cNvSpPr>
            <p:nvPr/>
          </p:nvSpPr>
          <p:spPr bwMode="auto">
            <a:xfrm>
              <a:off x="-221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81" name="Rectangle 261"/>
            <p:cNvSpPr>
              <a:spLocks noChangeArrowheads="1"/>
            </p:cNvSpPr>
            <p:nvPr/>
          </p:nvSpPr>
          <p:spPr bwMode="auto">
            <a:xfrm>
              <a:off x="-193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82" name="Rectangle 262"/>
            <p:cNvSpPr>
              <a:spLocks noChangeArrowheads="1"/>
            </p:cNvSpPr>
            <p:nvPr/>
          </p:nvSpPr>
          <p:spPr bwMode="auto">
            <a:xfrm>
              <a:off x="-164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83" name="Rectangle 263"/>
            <p:cNvSpPr>
              <a:spLocks noChangeArrowheads="1"/>
            </p:cNvSpPr>
            <p:nvPr/>
          </p:nvSpPr>
          <p:spPr bwMode="auto">
            <a:xfrm>
              <a:off x="-135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84" name="Rectangle 264"/>
            <p:cNvSpPr>
              <a:spLocks noChangeArrowheads="1"/>
            </p:cNvSpPr>
            <p:nvPr/>
          </p:nvSpPr>
          <p:spPr bwMode="auto">
            <a:xfrm>
              <a:off x="-49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85" name="Rectangle 265"/>
            <p:cNvSpPr>
              <a:spLocks noChangeArrowheads="1"/>
            </p:cNvSpPr>
            <p:nvPr/>
          </p:nvSpPr>
          <p:spPr bwMode="auto">
            <a:xfrm>
              <a:off x="-106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86" name="Rectangle 266"/>
            <p:cNvSpPr>
              <a:spLocks noChangeArrowheads="1"/>
            </p:cNvSpPr>
            <p:nvPr/>
          </p:nvSpPr>
          <p:spPr bwMode="auto">
            <a:xfrm>
              <a:off x="-77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87" name="Text Box 267"/>
            <p:cNvSpPr txBox="1">
              <a:spLocks noChangeArrowheads="1"/>
            </p:cNvSpPr>
            <p:nvPr/>
          </p:nvSpPr>
          <p:spPr bwMode="auto">
            <a:xfrm>
              <a:off x="-3360" y="261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88" name="Text Box 268"/>
            <p:cNvSpPr txBox="1">
              <a:spLocks noChangeArrowheads="1"/>
            </p:cNvSpPr>
            <p:nvPr/>
          </p:nvSpPr>
          <p:spPr bwMode="auto">
            <a:xfrm>
              <a:off x="-3108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89" name="Line 269"/>
            <p:cNvSpPr>
              <a:spLocks noChangeShapeType="1"/>
            </p:cNvSpPr>
            <p:nvPr/>
          </p:nvSpPr>
          <p:spPr bwMode="auto">
            <a:xfrm>
              <a:off x="-2652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0" name="Text Box 270"/>
            <p:cNvSpPr txBox="1">
              <a:spLocks noChangeArrowheads="1"/>
            </p:cNvSpPr>
            <p:nvPr/>
          </p:nvSpPr>
          <p:spPr bwMode="auto">
            <a:xfrm>
              <a:off x="-2822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91" name="Line 271"/>
            <p:cNvSpPr>
              <a:spLocks noChangeShapeType="1"/>
            </p:cNvSpPr>
            <p:nvPr/>
          </p:nvSpPr>
          <p:spPr bwMode="auto">
            <a:xfrm>
              <a:off x="-2940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2" name="Line 272"/>
            <p:cNvSpPr>
              <a:spLocks noChangeShapeType="1"/>
            </p:cNvSpPr>
            <p:nvPr/>
          </p:nvSpPr>
          <p:spPr bwMode="auto">
            <a:xfrm>
              <a:off x="-2364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3" name="Text Box 273"/>
            <p:cNvSpPr txBox="1">
              <a:spLocks noChangeArrowheads="1"/>
            </p:cNvSpPr>
            <p:nvPr/>
          </p:nvSpPr>
          <p:spPr bwMode="auto">
            <a:xfrm>
              <a:off x="-2534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94" name="Line 274"/>
            <p:cNvSpPr>
              <a:spLocks noChangeShapeType="1"/>
            </p:cNvSpPr>
            <p:nvPr/>
          </p:nvSpPr>
          <p:spPr bwMode="auto">
            <a:xfrm>
              <a:off x="-2076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5" name="Text Box 275"/>
            <p:cNvSpPr txBox="1">
              <a:spLocks noChangeArrowheads="1"/>
            </p:cNvSpPr>
            <p:nvPr/>
          </p:nvSpPr>
          <p:spPr bwMode="auto">
            <a:xfrm>
              <a:off x="-2246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96" name="Line 276"/>
            <p:cNvSpPr>
              <a:spLocks noChangeShapeType="1"/>
            </p:cNvSpPr>
            <p:nvPr/>
          </p:nvSpPr>
          <p:spPr bwMode="auto">
            <a:xfrm>
              <a:off x="-1788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7" name="Text Box 277"/>
            <p:cNvSpPr txBox="1">
              <a:spLocks noChangeArrowheads="1"/>
            </p:cNvSpPr>
            <p:nvPr/>
          </p:nvSpPr>
          <p:spPr bwMode="auto">
            <a:xfrm>
              <a:off x="-1958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98" name="Line 278"/>
            <p:cNvSpPr>
              <a:spLocks noChangeShapeType="1"/>
            </p:cNvSpPr>
            <p:nvPr/>
          </p:nvSpPr>
          <p:spPr bwMode="auto">
            <a:xfrm>
              <a:off x="-1500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9" name="Text Box 279"/>
            <p:cNvSpPr txBox="1">
              <a:spLocks noChangeArrowheads="1"/>
            </p:cNvSpPr>
            <p:nvPr/>
          </p:nvSpPr>
          <p:spPr bwMode="auto">
            <a:xfrm>
              <a:off x="-1670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00" name="Line 280"/>
            <p:cNvSpPr>
              <a:spLocks noChangeShapeType="1"/>
            </p:cNvSpPr>
            <p:nvPr/>
          </p:nvSpPr>
          <p:spPr bwMode="auto">
            <a:xfrm>
              <a:off x="-1212" y="2271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1" name="Text Box 281"/>
            <p:cNvSpPr txBox="1">
              <a:spLocks noChangeArrowheads="1"/>
            </p:cNvSpPr>
            <p:nvPr/>
          </p:nvSpPr>
          <p:spPr bwMode="auto">
            <a:xfrm>
              <a:off x="-1382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02" name="Line 282"/>
            <p:cNvSpPr>
              <a:spLocks noChangeShapeType="1"/>
            </p:cNvSpPr>
            <p:nvPr/>
          </p:nvSpPr>
          <p:spPr bwMode="auto">
            <a:xfrm>
              <a:off x="-924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3" name="Text Box 283"/>
            <p:cNvSpPr txBox="1">
              <a:spLocks noChangeArrowheads="1"/>
            </p:cNvSpPr>
            <p:nvPr/>
          </p:nvSpPr>
          <p:spPr bwMode="auto">
            <a:xfrm>
              <a:off x="-1094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04" name="Line 284"/>
            <p:cNvSpPr>
              <a:spLocks noChangeShapeType="1"/>
            </p:cNvSpPr>
            <p:nvPr/>
          </p:nvSpPr>
          <p:spPr bwMode="auto">
            <a:xfrm>
              <a:off x="-636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5" name="Text Box 285"/>
            <p:cNvSpPr txBox="1">
              <a:spLocks noChangeArrowheads="1"/>
            </p:cNvSpPr>
            <p:nvPr/>
          </p:nvSpPr>
          <p:spPr bwMode="auto">
            <a:xfrm>
              <a:off x="-806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06" name="Line 286"/>
            <p:cNvSpPr>
              <a:spLocks noChangeShapeType="1"/>
            </p:cNvSpPr>
            <p:nvPr/>
          </p:nvSpPr>
          <p:spPr bwMode="auto">
            <a:xfrm>
              <a:off x="-348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7" name="Text Box 287"/>
            <p:cNvSpPr txBox="1">
              <a:spLocks noChangeArrowheads="1"/>
            </p:cNvSpPr>
            <p:nvPr/>
          </p:nvSpPr>
          <p:spPr bwMode="auto">
            <a:xfrm>
              <a:off x="-518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12" name="Group 28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384"/>
            <a:chExt cx="3216" cy="1164"/>
          </a:xfrm>
        </p:grpSpPr>
        <p:sp>
          <p:nvSpPr>
            <p:cNvPr id="22626" name="Rectangle 289"/>
            <p:cNvSpPr>
              <a:spLocks noChangeArrowheads="1"/>
            </p:cNvSpPr>
            <p:nvPr/>
          </p:nvSpPr>
          <p:spPr bwMode="auto">
            <a:xfrm>
              <a:off x="-293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7" name="Rectangle 290"/>
            <p:cNvSpPr>
              <a:spLocks noChangeArrowheads="1"/>
            </p:cNvSpPr>
            <p:nvPr/>
          </p:nvSpPr>
          <p:spPr bwMode="auto">
            <a:xfrm>
              <a:off x="-265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8" name="Rectangle 291"/>
            <p:cNvSpPr>
              <a:spLocks noChangeArrowheads="1"/>
            </p:cNvSpPr>
            <p:nvPr/>
          </p:nvSpPr>
          <p:spPr bwMode="auto">
            <a:xfrm>
              <a:off x="-236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9" name="Rectangle 292"/>
            <p:cNvSpPr>
              <a:spLocks noChangeArrowheads="1"/>
            </p:cNvSpPr>
            <p:nvPr/>
          </p:nvSpPr>
          <p:spPr bwMode="auto">
            <a:xfrm>
              <a:off x="-207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0" name="Rectangle 293"/>
            <p:cNvSpPr>
              <a:spLocks noChangeArrowheads="1"/>
            </p:cNvSpPr>
            <p:nvPr/>
          </p:nvSpPr>
          <p:spPr bwMode="auto">
            <a:xfrm>
              <a:off x="-178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1" name="Rectangle 294"/>
            <p:cNvSpPr>
              <a:spLocks noChangeArrowheads="1"/>
            </p:cNvSpPr>
            <p:nvPr/>
          </p:nvSpPr>
          <p:spPr bwMode="auto">
            <a:xfrm>
              <a:off x="-149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2" name="Rectangle 295"/>
            <p:cNvSpPr>
              <a:spLocks noChangeArrowheads="1"/>
            </p:cNvSpPr>
            <p:nvPr/>
          </p:nvSpPr>
          <p:spPr bwMode="auto">
            <a:xfrm>
              <a:off x="-121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3" name="Rectangle 296"/>
            <p:cNvSpPr>
              <a:spLocks noChangeArrowheads="1"/>
            </p:cNvSpPr>
            <p:nvPr/>
          </p:nvSpPr>
          <p:spPr bwMode="auto">
            <a:xfrm>
              <a:off x="-34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4" name="Rectangle 297"/>
            <p:cNvSpPr>
              <a:spLocks noChangeArrowheads="1"/>
            </p:cNvSpPr>
            <p:nvPr/>
          </p:nvSpPr>
          <p:spPr bwMode="auto">
            <a:xfrm>
              <a:off x="-92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5" name="Rectangle 298"/>
            <p:cNvSpPr>
              <a:spLocks noChangeArrowheads="1"/>
            </p:cNvSpPr>
            <p:nvPr/>
          </p:nvSpPr>
          <p:spPr bwMode="auto">
            <a:xfrm>
              <a:off x="-63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6" name="Rectangle 299"/>
            <p:cNvSpPr>
              <a:spLocks noChangeArrowheads="1"/>
            </p:cNvSpPr>
            <p:nvPr/>
          </p:nvSpPr>
          <p:spPr bwMode="auto">
            <a:xfrm>
              <a:off x="-293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37" name="Rectangle 300"/>
            <p:cNvSpPr>
              <a:spLocks noChangeArrowheads="1"/>
            </p:cNvSpPr>
            <p:nvPr/>
          </p:nvSpPr>
          <p:spPr bwMode="auto">
            <a:xfrm>
              <a:off x="-265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38" name="Rectangle 301"/>
            <p:cNvSpPr>
              <a:spLocks noChangeArrowheads="1"/>
            </p:cNvSpPr>
            <p:nvPr/>
          </p:nvSpPr>
          <p:spPr bwMode="auto">
            <a:xfrm>
              <a:off x="-236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39" name="Rectangle 302"/>
            <p:cNvSpPr>
              <a:spLocks noChangeArrowheads="1"/>
            </p:cNvSpPr>
            <p:nvPr/>
          </p:nvSpPr>
          <p:spPr bwMode="auto">
            <a:xfrm>
              <a:off x="-207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40" name="Rectangle 303"/>
            <p:cNvSpPr>
              <a:spLocks noChangeArrowheads="1"/>
            </p:cNvSpPr>
            <p:nvPr/>
          </p:nvSpPr>
          <p:spPr bwMode="auto">
            <a:xfrm>
              <a:off x="-178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41" name="Rectangle 304"/>
            <p:cNvSpPr>
              <a:spLocks noChangeArrowheads="1"/>
            </p:cNvSpPr>
            <p:nvPr/>
          </p:nvSpPr>
          <p:spPr bwMode="auto">
            <a:xfrm>
              <a:off x="-149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42" name="Rectangle 305"/>
            <p:cNvSpPr>
              <a:spLocks noChangeArrowheads="1"/>
            </p:cNvSpPr>
            <p:nvPr/>
          </p:nvSpPr>
          <p:spPr bwMode="auto">
            <a:xfrm>
              <a:off x="-121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43" name="Rectangle 306"/>
            <p:cNvSpPr>
              <a:spLocks noChangeArrowheads="1"/>
            </p:cNvSpPr>
            <p:nvPr/>
          </p:nvSpPr>
          <p:spPr bwMode="auto">
            <a:xfrm>
              <a:off x="-34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44" name="Rectangle 307"/>
            <p:cNvSpPr>
              <a:spLocks noChangeArrowheads="1"/>
            </p:cNvSpPr>
            <p:nvPr/>
          </p:nvSpPr>
          <p:spPr bwMode="auto">
            <a:xfrm>
              <a:off x="-92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45" name="Rectangle 308"/>
            <p:cNvSpPr>
              <a:spLocks noChangeArrowheads="1"/>
            </p:cNvSpPr>
            <p:nvPr/>
          </p:nvSpPr>
          <p:spPr bwMode="auto">
            <a:xfrm>
              <a:off x="-63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46" name="Text Box 309"/>
            <p:cNvSpPr txBox="1">
              <a:spLocks noChangeArrowheads="1"/>
            </p:cNvSpPr>
            <p:nvPr/>
          </p:nvSpPr>
          <p:spPr bwMode="auto">
            <a:xfrm>
              <a:off x="-3216" y="98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47" name="Text Box 310"/>
            <p:cNvSpPr txBox="1">
              <a:spLocks noChangeArrowheads="1"/>
            </p:cNvSpPr>
            <p:nvPr/>
          </p:nvSpPr>
          <p:spPr bwMode="auto">
            <a:xfrm>
              <a:off x="-2964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48" name="Line 311"/>
            <p:cNvSpPr>
              <a:spLocks noChangeShapeType="1"/>
            </p:cNvSpPr>
            <p:nvPr/>
          </p:nvSpPr>
          <p:spPr bwMode="auto">
            <a:xfrm>
              <a:off x="-2508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49" name="Text Box 312"/>
            <p:cNvSpPr txBox="1">
              <a:spLocks noChangeArrowheads="1"/>
            </p:cNvSpPr>
            <p:nvPr/>
          </p:nvSpPr>
          <p:spPr bwMode="auto">
            <a:xfrm>
              <a:off x="-2678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50" name="Line 313"/>
            <p:cNvSpPr>
              <a:spLocks noChangeShapeType="1"/>
            </p:cNvSpPr>
            <p:nvPr/>
          </p:nvSpPr>
          <p:spPr bwMode="auto">
            <a:xfrm>
              <a:off x="-2796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1" name="Line 314"/>
            <p:cNvSpPr>
              <a:spLocks noChangeShapeType="1"/>
            </p:cNvSpPr>
            <p:nvPr/>
          </p:nvSpPr>
          <p:spPr bwMode="auto">
            <a:xfrm>
              <a:off x="-2220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2" name="Text Box 315"/>
            <p:cNvSpPr txBox="1">
              <a:spLocks noChangeArrowheads="1"/>
            </p:cNvSpPr>
            <p:nvPr/>
          </p:nvSpPr>
          <p:spPr bwMode="auto">
            <a:xfrm>
              <a:off x="-2390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53" name="Line 316"/>
            <p:cNvSpPr>
              <a:spLocks noChangeShapeType="1"/>
            </p:cNvSpPr>
            <p:nvPr/>
          </p:nvSpPr>
          <p:spPr bwMode="auto">
            <a:xfrm>
              <a:off x="-1932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4" name="Text Box 317"/>
            <p:cNvSpPr txBox="1">
              <a:spLocks noChangeArrowheads="1"/>
            </p:cNvSpPr>
            <p:nvPr/>
          </p:nvSpPr>
          <p:spPr bwMode="auto">
            <a:xfrm>
              <a:off x="-2102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55" name="Line 318"/>
            <p:cNvSpPr>
              <a:spLocks noChangeShapeType="1"/>
            </p:cNvSpPr>
            <p:nvPr/>
          </p:nvSpPr>
          <p:spPr bwMode="auto">
            <a:xfrm>
              <a:off x="-1644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6" name="Text Box 319"/>
            <p:cNvSpPr txBox="1">
              <a:spLocks noChangeArrowheads="1"/>
            </p:cNvSpPr>
            <p:nvPr/>
          </p:nvSpPr>
          <p:spPr bwMode="auto">
            <a:xfrm>
              <a:off x="-1814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57" name="Line 320"/>
            <p:cNvSpPr>
              <a:spLocks noChangeShapeType="1"/>
            </p:cNvSpPr>
            <p:nvPr/>
          </p:nvSpPr>
          <p:spPr bwMode="auto">
            <a:xfrm>
              <a:off x="-1356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8" name="Text Box 321"/>
            <p:cNvSpPr txBox="1">
              <a:spLocks noChangeArrowheads="1"/>
            </p:cNvSpPr>
            <p:nvPr/>
          </p:nvSpPr>
          <p:spPr bwMode="auto">
            <a:xfrm>
              <a:off x="-1526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59" name="Line 322"/>
            <p:cNvSpPr>
              <a:spLocks noChangeShapeType="1"/>
            </p:cNvSpPr>
            <p:nvPr/>
          </p:nvSpPr>
          <p:spPr bwMode="auto">
            <a:xfrm>
              <a:off x="-1068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0" name="Text Box 323"/>
            <p:cNvSpPr txBox="1">
              <a:spLocks noChangeArrowheads="1"/>
            </p:cNvSpPr>
            <p:nvPr/>
          </p:nvSpPr>
          <p:spPr bwMode="auto">
            <a:xfrm>
              <a:off x="-1238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61" name="Line 324"/>
            <p:cNvSpPr>
              <a:spLocks noChangeShapeType="1"/>
            </p:cNvSpPr>
            <p:nvPr/>
          </p:nvSpPr>
          <p:spPr bwMode="auto">
            <a:xfrm>
              <a:off x="-780" y="64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2" name="Text Box 325"/>
            <p:cNvSpPr txBox="1">
              <a:spLocks noChangeArrowheads="1"/>
            </p:cNvSpPr>
            <p:nvPr/>
          </p:nvSpPr>
          <p:spPr bwMode="auto">
            <a:xfrm>
              <a:off x="-950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63" name="Line 326"/>
            <p:cNvSpPr>
              <a:spLocks noChangeShapeType="1"/>
            </p:cNvSpPr>
            <p:nvPr/>
          </p:nvSpPr>
          <p:spPr bwMode="auto">
            <a:xfrm>
              <a:off x="-492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4" name="Text Box 327"/>
            <p:cNvSpPr txBox="1">
              <a:spLocks noChangeArrowheads="1"/>
            </p:cNvSpPr>
            <p:nvPr/>
          </p:nvSpPr>
          <p:spPr bwMode="auto">
            <a:xfrm>
              <a:off x="-662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65" name="Line 328"/>
            <p:cNvSpPr>
              <a:spLocks noChangeShapeType="1"/>
            </p:cNvSpPr>
            <p:nvPr/>
          </p:nvSpPr>
          <p:spPr bwMode="auto">
            <a:xfrm>
              <a:off x="-204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6" name="Text Box 329"/>
            <p:cNvSpPr txBox="1">
              <a:spLocks noChangeArrowheads="1"/>
            </p:cNvSpPr>
            <p:nvPr/>
          </p:nvSpPr>
          <p:spPr bwMode="auto">
            <a:xfrm>
              <a:off x="-374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54" name="Group 33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432"/>
            <a:chExt cx="3216" cy="1164"/>
          </a:xfrm>
        </p:grpSpPr>
        <p:sp>
          <p:nvSpPr>
            <p:cNvPr id="22585" name="Rectangle 331"/>
            <p:cNvSpPr>
              <a:spLocks noChangeArrowheads="1"/>
            </p:cNvSpPr>
            <p:nvPr/>
          </p:nvSpPr>
          <p:spPr bwMode="auto">
            <a:xfrm>
              <a:off x="-293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6" name="Rectangle 332"/>
            <p:cNvSpPr>
              <a:spLocks noChangeArrowheads="1"/>
            </p:cNvSpPr>
            <p:nvPr/>
          </p:nvSpPr>
          <p:spPr bwMode="auto">
            <a:xfrm>
              <a:off x="-265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7" name="Rectangle 333"/>
            <p:cNvSpPr>
              <a:spLocks noChangeArrowheads="1"/>
            </p:cNvSpPr>
            <p:nvPr/>
          </p:nvSpPr>
          <p:spPr bwMode="auto">
            <a:xfrm>
              <a:off x="-236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8" name="Rectangle 334"/>
            <p:cNvSpPr>
              <a:spLocks noChangeArrowheads="1"/>
            </p:cNvSpPr>
            <p:nvPr/>
          </p:nvSpPr>
          <p:spPr bwMode="auto">
            <a:xfrm>
              <a:off x="-207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9" name="Rectangle 335"/>
            <p:cNvSpPr>
              <a:spLocks noChangeArrowheads="1"/>
            </p:cNvSpPr>
            <p:nvPr/>
          </p:nvSpPr>
          <p:spPr bwMode="auto">
            <a:xfrm>
              <a:off x="-178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0" name="Rectangle 336"/>
            <p:cNvSpPr>
              <a:spLocks noChangeArrowheads="1"/>
            </p:cNvSpPr>
            <p:nvPr/>
          </p:nvSpPr>
          <p:spPr bwMode="auto">
            <a:xfrm>
              <a:off x="-149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1" name="Rectangle 337"/>
            <p:cNvSpPr>
              <a:spLocks noChangeArrowheads="1"/>
            </p:cNvSpPr>
            <p:nvPr/>
          </p:nvSpPr>
          <p:spPr bwMode="auto">
            <a:xfrm>
              <a:off x="-121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2" name="Rectangle 338"/>
            <p:cNvSpPr>
              <a:spLocks noChangeArrowheads="1"/>
            </p:cNvSpPr>
            <p:nvPr/>
          </p:nvSpPr>
          <p:spPr bwMode="auto">
            <a:xfrm>
              <a:off x="-34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93" name="Rectangle 339"/>
            <p:cNvSpPr>
              <a:spLocks noChangeArrowheads="1"/>
            </p:cNvSpPr>
            <p:nvPr/>
          </p:nvSpPr>
          <p:spPr bwMode="auto">
            <a:xfrm>
              <a:off x="-92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4" name="Rectangle 340"/>
            <p:cNvSpPr>
              <a:spLocks noChangeArrowheads="1"/>
            </p:cNvSpPr>
            <p:nvPr/>
          </p:nvSpPr>
          <p:spPr bwMode="auto">
            <a:xfrm>
              <a:off x="-63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5" name="Rectangle 341"/>
            <p:cNvSpPr>
              <a:spLocks noChangeArrowheads="1"/>
            </p:cNvSpPr>
            <p:nvPr/>
          </p:nvSpPr>
          <p:spPr bwMode="auto">
            <a:xfrm>
              <a:off x="-293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96" name="Rectangle 342"/>
            <p:cNvSpPr>
              <a:spLocks noChangeArrowheads="1"/>
            </p:cNvSpPr>
            <p:nvPr/>
          </p:nvSpPr>
          <p:spPr bwMode="auto">
            <a:xfrm>
              <a:off x="-265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97" name="Rectangle 343"/>
            <p:cNvSpPr>
              <a:spLocks noChangeArrowheads="1"/>
            </p:cNvSpPr>
            <p:nvPr/>
          </p:nvSpPr>
          <p:spPr bwMode="auto">
            <a:xfrm>
              <a:off x="-236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98" name="Rectangle 344"/>
            <p:cNvSpPr>
              <a:spLocks noChangeArrowheads="1"/>
            </p:cNvSpPr>
            <p:nvPr/>
          </p:nvSpPr>
          <p:spPr bwMode="auto">
            <a:xfrm>
              <a:off x="-207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99" name="Rectangle 345"/>
            <p:cNvSpPr>
              <a:spLocks noChangeArrowheads="1"/>
            </p:cNvSpPr>
            <p:nvPr/>
          </p:nvSpPr>
          <p:spPr bwMode="auto">
            <a:xfrm>
              <a:off x="-178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00" name="Rectangle 346"/>
            <p:cNvSpPr>
              <a:spLocks noChangeArrowheads="1"/>
            </p:cNvSpPr>
            <p:nvPr/>
          </p:nvSpPr>
          <p:spPr bwMode="auto">
            <a:xfrm>
              <a:off x="-149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01" name="Rectangle 347"/>
            <p:cNvSpPr>
              <a:spLocks noChangeArrowheads="1"/>
            </p:cNvSpPr>
            <p:nvPr/>
          </p:nvSpPr>
          <p:spPr bwMode="auto">
            <a:xfrm>
              <a:off x="-121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02" name="Rectangle 348"/>
            <p:cNvSpPr>
              <a:spLocks noChangeArrowheads="1"/>
            </p:cNvSpPr>
            <p:nvPr/>
          </p:nvSpPr>
          <p:spPr bwMode="auto">
            <a:xfrm>
              <a:off x="-34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03" name="Rectangle 349"/>
            <p:cNvSpPr>
              <a:spLocks noChangeArrowheads="1"/>
            </p:cNvSpPr>
            <p:nvPr/>
          </p:nvSpPr>
          <p:spPr bwMode="auto">
            <a:xfrm>
              <a:off x="-92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04" name="Rectangle 350"/>
            <p:cNvSpPr>
              <a:spLocks noChangeArrowheads="1"/>
            </p:cNvSpPr>
            <p:nvPr/>
          </p:nvSpPr>
          <p:spPr bwMode="auto">
            <a:xfrm>
              <a:off x="-63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05" name="Text Box 351"/>
            <p:cNvSpPr txBox="1">
              <a:spLocks noChangeArrowheads="1"/>
            </p:cNvSpPr>
            <p:nvPr/>
          </p:nvSpPr>
          <p:spPr bwMode="auto">
            <a:xfrm>
              <a:off x="-3216" y="102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06" name="Text Box 352"/>
            <p:cNvSpPr txBox="1">
              <a:spLocks noChangeArrowheads="1"/>
            </p:cNvSpPr>
            <p:nvPr/>
          </p:nvSpPr>
          <p:spPr bwMode="auto">
            <a:xfrm>
              <a:off x="-2964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07" name="Line 353"/>
            <p:cNvSpPr>
              <a:spLocks noChangeShapeType="1"/>
            </p:cNvSpPr>
            <p:nvPr/>
          </p:nvSpPr>
          <p:spPr bwMode="auto">
            <a:xfrm>
              <a:off x="-2508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08" name="Text Box 354"/>
            <p:cNvSpPr txBox="1">
              <a:spLocks noChangeArrowheads="1"/>
            </p:cNvSpPr>
            <p:nvPr/>
          </p:nvSpPr>
          <p:spPr bwMode="auto">
            <a:xfrm>
              <a:off x="-2678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09" name="Line 355"/>
            <p:cNvSpPr>
              <a:spLocks noChangeShapeType="1"/>
            </p:cNvSpPr>
            <p:nvPr/>
          </p:nvSpPr>
          <p:spPr bwMode="auto">
            <a:xfrm>
              <a:off x="-2796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0" name="Line 356"/>
            <p:cNvSpPr>
              <a:spLocks noChangeShapeType="1"/>
            </p:cNvSpPr>
            <p:nvPr/>
          </p:nvSpPr>
          <p:spPr bwMode="auto">
            <a:xfrm>
              <a:off x="-2220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1" name="Text Box 357"/>
            <p:cNvSpPr txBox="1">
              <a:spLocks noChangeArrowheads="1"/>
            </p:cNvSpPr>
            <p:nvPr/>
          </p:nvSpPr>
          <p:spPr bwMode="auto">
            <a:xfrm>
              <a:off x="-2390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12" name="Line 358"/>
            <p:cNvSpPr>
              <a:spLocks noChangeShapeType="1"/>
            </p:cNvSpPr>
            <p:nvPr/>
          </p:nvSpPr>
          <p:spPr bwMode="auto">
            <a:xfrm>
              <a:off x="-1932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3" name="Text Box 359"/>
            <p:cNvSpPr txBox="1">
              <a:spLocks noChangeArrowheads="1"/>
            </p:cNvSpPr>
            <p:nvPr/>
          </p:nvSpPr>
          <p:spPr bwMode="auto">
            <a:xfrm>
              <a:off x="-2102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14" name="Line 360"/>
            <p:cNvSpPr>
              <a:spLocks noChangeShapeType="1"/>
            </p:cNvSpPr>
            <p:nvPr/>
          </p:nvSpPr>
          <p:spPr bwMode="auto">
            <a:xfrm>
              <a:off x="-1644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5" name="Text Box 361"/>
            <p:cNvSpPr txBox="1">
              <a:spLocks noChangeArrowheads="1"/>
            </p:cNvSpPr>
            <p:nvPr/>
          </p:nvSpPr>
          <p:spPr bwMode="auto">
            <a:xfrm>
              <a:off x="-1814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16" name="Line 362"/>
            <p:cNvSpPr>
              <a:spLocks noChangeShapeType="1"/>
            </p:cNvSpPr>
            <p:nvPr/>
          </p:nvSpPr>
          <p:spPr bwMode="auto">
            <a:xfrm>
              <a:off x="-1356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7" name="Text Box 363"/>
            <p:cNvSpPr txBox="1">
              <a:spLocks noChangeArrowheads="1"/>
            </p:cNvSpPr>
            <p:nvPr/>
          </p:nvSpPr>
          <p:spPr bwMode="auto">
            <a:xfrm>
              <a:off x="-1526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18" name="Line 364"/>
            <p:cNvSpPr>
              <a:spLocks noChangeShapeType="1"/>
            </p:cNvSpPr>
            <p:nvPr/>
          </p:nvSpPr>
          <p:spPr bwMode="auto">
            <a:xfrm>
              <a:off x="-1068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9" name="Text Box 365"/>
            <p:cNvSpPr txBox="1">
              <a:spLocks noChangeArrowheads="1"/>
            </p:cNvSpPr>
            <p:nvPr/>
          </p:nvSpPr>
          <p:spPr bwMode="auto">
            <a:xfrm>
              <a:off x="-1238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20" name="Line 366"/>
            <p:cNvSpPr>
              <a:spLocks noChangeShapeType="1"/>
            </p:cNvSpPr>
            <p:nvPr/>
          </p:nvSpPr>
          <p:spPr bwMode="auto">
            <a:xfrm>
              <a:off x="-780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1" name="Text Box 367"/>
            <p:cNvSpPr txBox="1">
              <a:spLocks noChangeArrowheads="1"/>
            </p:cNvSpPr>
            <p:nvPr/>
          </p:nvSpPr>
          <p:spPr bwMode="auto">
            <a:xfrm>
              <a:off x="-950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22" name="Line 368"/>
            <p:cNvSpPr>
              <a:spLocks noChangeShapeType="1"/>
            </p:cNvSpPr>
            <p:nvPr/>
          </p:nvSpPr>
          <p:spPr bwMode="auto">
            <a:xfrm>
              <a:off x="-492" y="696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3" name="Text Box 369"/>
            <p:cNvSpPr txBox="1">
              <a:spLocks noChangeArrowheads="1"/>
            </p:cNvSpPr>
            <p:nvPr/>
          </p:nvSpPr>
          <p:spPr bwMode="auto">
            <a:xfrm>
              <a:off x="-662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24" name="Line 370"/>
            <p:cNvSpPr>
              <a:spLocks noChangeShapeType="1"/>
            </p:cNvSpPr>
            <p:nvPr/>
          </p:nvSpPr>
          <p:spPr bwMode="auto">
            <a:xfrm>
              <a:off x="-204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5" name="Text Box 371"/>
            <p:cNvSpPr txBox="1">
              <a:spLocks noChangeArrowheads="1"/>
            </p:cNvSpPr>
            <p:nvPr/>
          </p:nvSpPr>
          <p:spPr bwMode="auto">
            <a:xfrm>
              <a:off x="-374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96" name="Group 37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144"/>
            <a:chExt cx="3216" cy="1164"/>
          </a:xfrm>
        </p:grpSpPr>
        <p:sp>
          <p:nvSpPr>
            <p:cNvPr id="22544" name="Rectangle 373"/>
            <p:cNvSpPr>
              <a:spLocks noChangeArrowheads="1"/>
            </p:cNvSpPr>
            <p:nvPr/>
          </p:nvSpPr>
          <p:spPr bwMode="auto">
            <a:xfrm>
              <a:off x="-308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5" name="Rectangle 374"/>
            <p:cNvSpPr>
              <a:spLocks noChangeArrowheads="1"/>
            </p:cNvSpPr>
            <p:nvPr/>
          </p:nvSpPr>
          <p:spPr bwMode="auto">
            <a:xfrm>
              <a:off x="-279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6" name="Rectangle 375"/>
            <p:cNvSpPr>
              <a:spLocks noChangeArrowheads="1"/>
            </p:cNvSpPr>
            <p:nvPr/>
          </p:nvSpPr>
          <p:spPr bwMode="auto">
            <a:xfrm>
              <a:off x="-250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7" name="Rectangle 376"/>
            <p:cNvSpPr>
              <a:spLocks noChangeArrowheads="1"/>
            </p:cNvSpPr>
            <p:nvPr/>
          </p:nvSpPr>
          <p:spPr bwMode="auto">
            <a:xfrm>
              <a:off x="-221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8" name="Rectangle 377"/>
            <p:cNvSpPr>
              <a:spLocks noChangeArrowheads="1"/>
            </p:cNvSpPr>
            <p:nvPr/>
          </p:nvSpPr>
          <p:spPr bwMode="auto">
            <a:xfrm>
              <a:off x="-193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9" name="Rectangle 378"/>
            <p:cNvSpPr>
              <a:spLocks noChangeArrowheads="1"/>
            </p:cNvSpPr>
            <p:nvPr/>
          </p:nvSpPr>
          <p:spPr bwMode="auto">
            <a:xfrm>
              <a:off x="-164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0" name="Rectangle 379"/>
            <p:cNvSpPr>
              <a:spLocks noChangeArrowheads="1"/>
            </p:cNvSpPr>
            <p:nvPr/>
          </p:nvSpPr>
          <p:spPr bwMode="auto">
            <a:xfrm>
              <a:off x="-135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1" name="Rectangle 380"/>
            <p:cNvSpPr>
              <a:spLocks noChangeArrowheads="1"/>
            </p:cNvSpPr>
            <p:nvPr/>
          </p:nvSpPr>
          <p:spPr bwMode="auto">
            <a:xfrm>
              <a:off x="-49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2" name="Rectangle 381"/>
            <p:cNvSpPr>
              <a:spLocks noChangeArrowheads="1"/>
            </p:cNvSpPr>
            <p:nvPr/>
          </p:nvSpPr>
          <p:spPr bwMode="auto">
            <a:xfrm>
              <a:off x="-106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3" name="Rectangle 382"/>
            <p:cNvSpPr>
              <a:spLocks noChangeArrowheads="1"/>
            </p:cNvSpPr>
            <p:nvPr/>
          </p:nvSpPr>
          <p:spPr bwMode="auto">
            <a:xfrm>
              <a:off x="-77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4" name="Rectangle 383"/>
            <p:cNvSpPr>
              <a:spLocks noChangeArrowheads="1"/>
            </p:cNvSpPr>
            <p:nvPr/>
          </p:nvSpPr>
          <p:spPr bwMode="auto">
            <a:xfrm>
              <a:off x="-308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55" name="Rectangle 384"/>
            <p:cNvSpPr>
              <a:spLocks noChangeArrowheads="1"/>
            </p:cNvSpPr>
            <p:nvPr/>
          </p:nvSpPr>
          <p:spPr bwMode="auto">
            <a:xfrm>
              <a:off x="-279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56" name="Rectangle 385"/>
            <p:cNvSpPr>
              <a:spLocks noChangeArrowheads="1"/>
            </p:cNvSpPr>
            <p:nvPr/>
          </p:nvSpPr>
          <p:spPr bwMode="auto">
            <a:xfrm>
              <a:off x="-250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57" name="Rectangle 386"/>
            <p:cNvSpPr>
              <a:spLocks noChangeArrowheads="1"/>
            </p:cNvSpPr>
            <p:nvPr/>
          </p:nvSpPr>
          <p:spPr bwMode="auto">
            <a:xfrm>
              <a:off x="-221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58" name="Rectangle 387"/>
            <p:cNvSpPr>
              <a:spLocks noChangeArrowheads="1"/>
            </p:cNvSpPr>
            <p:nvPr/>
          </p:nvSpPr>
          <p:spPr bwMode="auto">
            <a:xfrm>
              <a:off x="-193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559" name="Rectangle 388"/>
            <p:cNvSpPr>
              <a:spLocks noChangeArrowheads="1"/>
            </p:cNvSpPr>
            <p:nvPr/>
          </p:nvSpPr>
          <p:spPr bwMode="auto">
            <a:xfrm>
              <a:off x="-164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560" name="Rectangle 389"/>
            <p:cNvSpPr>
              <a:spLocks noChangeArrowheads="1"/>
            </p:cNvSpPr>
            <p:nvPr/>
          </p:nvSpPr>
          <p:spPr bwMode="auto">
            <a:xfrm>
              <a:off x="-135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561" name="Rectangle 390"/>
            <p:cNvSpPr>
              <a:spLocks noChangeArrowheads="1"/>
            </p:cNvSpPr>
            <p:nvPr/>
          </p:nvSpPr>
          <p:spPr bwMode="auto">
            <a:xfrm>
              <a:off x="-49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562" name="Rectangle 391"/>
            <p:cNvSpPr>
              <a:spLocks noChangeArrowheads="1"/>
            </p:cNvSpPr>
            <p:nvPr/>
          </p:nvSpPr>
          <p:spPr bwMode="auto">
            <a:xfrm>
              <a:off x="-106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563" name="Rectangle 392"/>
            <p:cNvSpPr>
              <a:spLocks noChangeArrowheads="1"/>
            </p:cNvSpPr>
            <p:nvPr/>
          </p:nvSpPr>
          <p:spPr bwMode="auto">
            <a:xfrm>
              <a:off x="-77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564" name="Text Box 393"/>
            <p:cNvSpPr txBox="1">
              <a:spLocks noChangeArrowheads="1"/>
            </p:cNvSpPr>
            <p:nvPr/>
          </p:nvSpPr>
          <p:spPr bwMode="auto">
            <a:xfrm>
              <a:off x="-3360" y="74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65" name="Text Box 394"/>
            <p:cNvSpPr txBox="1">
              <a:spLocks noChangeArrowheads="1"/>
            </p:cNvSpPr>
            <p:nvPr/>
          </p:nvSpPr>
          <p:spPr bwMode="auto">
            <a:xfrm>
              <a:off x="-3108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566" name="Line 395"/>
            <p:cNvSpPr>
              <a:spLocks noChangeShapeType="1"/>
            </p:cNvSpPr>
            <p:nvPr/>
          </p:nvSpPr>
          <p:spPr bwMode="auto">
            <a:xfrm>
              <a:off x="-2652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7" name="Text Box 396"/>
            <p:cNvSpPr txBox="1">
              <a:spLocks noChangeArrowheads="1"/>
            </p:cNvSpPr>
            <p:nvPr/>
          </p:nvSpPr>
          <p:spPr bwMode="auto">
            <a:xfrm>
              <a:off x="-2822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568" name="Line 397"/>
            <p:cNvSpPr>
              <a:spLocks noChangeShapeType="1"/>
            </p:cNvSpPr>
            <p:nvPr/>
          </p:nvSpPr>
          <p:spPr bwMode="auto">
            <a:xfrm>
              <a:off x="-2940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9" name="Line 398"/>
            <p:cNvSpPr>
              <a:spLocks noChangeShapeType="1"/>
            </p:cNvSpPr>
            <p:nvPr/>
          </p:nvSpPr>
          <p:spPr bwMode="auto">
            <a:xfrm>
              <a:off x="-2364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0" name="Text Box 399"/>
            <p:cNvSpPr txBox="1">
              <a:spLocks noChangeArrowheads="1"/>
            </p:cNvSpPr>
            <p:nvPr/>
          </p:nvSpPr>
          <p:spPr bwMode="auto">
            <a:xfrm>
              <a:off x="-2534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571" name="Line 400"/>
            <p:cNvSpPr>
              <a:spLocks noChangeShapeType="1"/>
            </p:cNvSpPr>
            <p:nvPr/>
          </p:nvSpPr>
          <p:spPr bwMode="auto">
            <a:xfrm>
              <a:off x="-2076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2" name="Text Box 401"/>
            <p:cNvSpPr txBox="1">
              <a:spLocks noChangeArrowheads="1"/>
            </p:cNvSpPr>
            <p:nvPr/>
          </p:nvSpPr>
          <p:spPr bwMode="auto">
            <a:xfrm>
              <a:off x="-2246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573" name="Line 402"/>
            <p:cNvSpPr>
              <a:spLocks noChangeShapeType="1"/>
            </p:cNvSpPr>
            <p:nvPr/>
          </p:nvSpPr>
          <p:spPr bwMode="auto">
            <a:xfrm>
              <a:off x="-1788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4" name="Text Box 403"/>
            <p:cNvSpPr txBox="1">
              <a:spLocks noChangeArrowheads="1"/>
            </p:cNvSpPr>
            <p:nvPr/>
          </p:nvSpPr>
          <p:spPr bwMode="auto">
            <a:xfrm>
              <a:off x="-1958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575" name="Line 404"/>
            <p:cNvSpPr>
              <a:spLocks noChangeShapeType="1"/>
            </p:cNvSpPr>
            <p:nvPr/>
          </p:nvSpPr>
          <p:spPr bwMode="auto">
            <a:xfrm>
              <a:off x="-1500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6" name="Text Box 405"/>
            <p:cNvSpPr txBox="1">
              <a:spLocks noChangeArrowheads="1"/>
            </p:cNvSpPr>
            <p:nvPr/>
          </p:nvSpPr>
          <p:spPr bwMode="auto">
            <a:xfrm>
              <a:off x="-1670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577" name="Line 406"/>
            <p:cNvSpPr>
              <a:spLocks noChangeShapeType="1"/>
            </p:cNvSpPr>
            <p:nvPr/>
          </p:nvSpPr>
          <p:spPr bwMode="auto">
            <a:xfrm>
              <a:off x="-1212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8" name="Text Box 407"/>
            <p:cNvSpPr txBox="1">
              <a:spLocks noChangeArrowheads="1"/>
            </p:cNvSpPr>
            <p:nvPr/>
          </p:nvSpPr>
          <p:spPr bwMode="auto">
            <a:xfrm>
              <a:off x="-1382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579" name="Line 408"/>
            <p:cNvSpPr>
              <a:spLocks noChangeShapeType="1"/>
            </p:cNvSpPr>
            <p:nvPr/>
          </p:nvSpPr>
          <p:spPr bwMode="auto">
            <a:xfrm>
              <a:off x="-924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0" name="Text Box 409"/>
            <p:cNvSpPr txBox="1">
              <a:spLocks noChangeArrowheads="1"/>
            </p:cNvSpPr>
            <p:nvPr/>
          </p:nvSpPr>
          <p:spPr bwMode="auto">
            <a:xfrm>
              <a:off x="-1094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581" name="Line 410"/>
            <p:cNvSpPr>
              <a:spLocks noChangeShapeType="1"/>
            </p:cNvSpPr>
            <p:nvPr/>
          </p:nvSpPr>
          <p:spPr bwMode="auto">
            <a:xfrm>
              <a:off x="-636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2" name="Text Box 411"/>
            <p:cNvSpPr txBox="1">
              <a:spLocks noChangeArrowheads="1"/>
            </p:cNvSpPr>
            <p:nvPr/>
          </p:nvSpPr>
          <p:spPr bwMode="auto">
            <a:xfrm>
              <a:off x="-806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583" name="Line 412"/>
            <p:cNvSpPr>
              <a:spLocks noChangeShapeType="1"/>
            </p:cNvSpPr>
            <p:nvPr/>
          </p:nvSpPr>
          <p:spPr bwMode="auto">
            <a:xfrm>
              <a:off x="-348" y="4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4" name="Text Box 413"/>
            <p:cNvSpPr txBox="1">
              <a:spLocks noChangeArrowheads="1"/>
            </p:cNvSpPr>
            <p:nvPr/>
          </p:nvSpPr>
          <p:spPr bwMode="auto">
            <a:xfrm>
              <a:off x="-518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737022" y="127722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970FF3B-0C10-408E-B504-32833174C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38" y="1819256"/>
            <a:ext cx="62484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16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1350" y="1330424"/>
            <a:ext cx="7772400" cy="41148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ts val="3000"/>
              </a:lnSpc>
              <a:spcBef>
                <a:spcPct val="0"/>
              </a:spcBef>
              <a:buNone/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función </a:t>
            </a:r>
            <a:r>
              <a:rPr lang="es-ES_tradnl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suma_dos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que recibe un arreglo de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valores enteros y le suma un dos (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 a cada una de las localidades del arreglo.</a:t>
            </a:r>
          </a:p>
          <a:p>
            <a:pPr algn="just" eaLnBrk="1" hangingPunct="1">
              <a:lnSpc>
                <a:spcPct val="90000"/>
              </a:lnSpc>
            </a:pPr>
            <a:endParaRPr lang="es-ES_tradnl" sz="12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6852" name="Group 4"/>
          <p:cNvGrpSpPr>
            <a:grpSpLocks/>
          </p:cNvGrpSpPr>
          <p:nvPr/>
        </p:nvGrpSpPr>
        <p:grpSpPr bwMode="auto">
          <a:xfrm>
            <a:off x="3354388" y="5466928"/>
            <a:ext cx="5013325" cy="900113"/>
            <a:chOff x="2458" y="3321"/>
            <a:chExt cx="3158" cy="567"/>
          </a:xfrm>
        </p:grpSpPr>
        <p:grpSp>
          <p:nvGrpSpPr>
            <p:cNvPr id="23944" name="Group 5"/>
            <p:cNvGrpSpPr>
              <a:grpSpLocks/>
            </p:cNvGrpSpPr>
            <p:nvPr/>
          </p:nvGrpSpPr>
          <p:grpSpPr bwMode="auto">
            <a:xfrm>
              <a:off x="2736" y="3336"/>
              <a:ext cx="2880" cy="288"/>
              <a:chOff x="2736" y="2688"/>
              <a:chExt cx="2880" cy="288"/>
            </a:xfrm>
          </p:grpSpPr>
          <p:sp>
            <p:nvSpPr>
              <p:cNvPr id="23956" name="Rectangle 6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57" name="Rectangle 7"/>
              <p:cNvSpPr>
                <a:spLocks noChangeArrowheads="1"/>
              </p:cNvSpPr>
              <p:nvPr/>
            </p:nvSpPr>
            <p:spPr bwMode="auto">
              <a:xfrm>
                <a:off x="302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58" name="Rectangle 8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59" name="Rectangle 9"/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0" name="Rectangle 10"/>
              <p:cNvSpPr>
                <a:spLocks noChangeArrowheads="1"/>
              </p:cNvSpPr>
              <p:nvPr/>
            </p:nvSpPr>
            <p:spPr bwMode="auto">
              <a:xfrm>
                <a:off x="388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1" name="Rectangle 11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2" name="Rectangle 12"/>
              <p:cNvSpPr>
                <a:spLocks noChangeArrowheads="1"/>
              </p:cNvSpPr>
              <p:nvPr/>
            </p:nvSpPr>
            <p:spPr bwMode="auto">
              <a:xfrm>
                <a:off x="446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3" name="Rectangle 13"/>
              <p:cNvSpPr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4" name="Rectangle 14"/>
              <p:cNvSpPr>
                <a:spLocks noChangeArrowheads="1"/>
              </p:cNvSpPr>
              <p:nvPr/>
            </p:nvSpPr>
            <p:spPr bwMode="auto">
              <a:xfrm>
                <a:off x="475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5" name="Rectangle 15"/>
              <p:cNvSpPr>
                <a:spLocks noChangeArrowheads="1"/>
              </p:cNvSpPr>
              <p:nvPr/>
            </p:nvSpPr>
            <p:spPr bwMode="auto">
              <a:xfrm>
                <a:off x="504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23945" name="Rectangle 16"/>
            <p:cNvSpPr>
              <a:spLocks noChangeArrowheads="1"/>
            </p:cNvSpPr>
            <p:nvPr/>
          </p:nvSpPr>
          <p:spPr bwMode="auto">
            <a:xfrm>
              <a:off x="27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946" name="Rectangle 17"/>
            <p:cNvSpPr>
              <a:spLocks noChangeArrowheads="1"/>
            </p:cNvSpPr>
            <p:nvPr/>
          </p:nvSpPr>
          <p:spPr bwMode="auto">
            <a:xfrm>
              <a:off x="30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947" name="Rectangle 18"/>
            <p:cNvSpPr>
              <a:spLocks noChangeArrowheads="1"/>
            </p:cNvSpPr>
            <p:nvPr/>
          </p:nvSpPr>
          <p:spPr bwMode="auto">
            <a:xfrm>
              <a:off x="331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948" name="Rectangle 19"/>
            <p:cNvSpPr>
              <a:spLocks noChangeArrowheads="1"/>
            </p:cNvSpPr>
            <p:nvPr/>
          </p:nvSpPr>
          <p:spPr bwMode="auto">
            <a:xfrm>
              <a:off x="360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949" name="Rectangle 20"/>
            <p:cNvSpPr>
              <a:spLocks noChangeArrowheads="1"/>
            </p:cNvSpPr>
            <p:nvPr/>
          </p:nvSpPr>
          <p:spPr bwMode="auto">
            <a:xfrm>
              <a:off x="388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950" name="Rectangle 21"/>
            <p:cNvSpPr>
              <a:spLocks noChangeArrowheads="1"/>
            </p:cNvSpPr>
            <p:nvPr/>
          </p:nvSpPr>
          <p:spPr bwMode="auto">
            <a:xfrm>
              <a:off x="417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951" name="Rectangle 22"/>
            <p:cNvSpPr>
              <a:spLocks noChangeArrowheads="1"/>
            </p:cNvSpPr>
            <p:nvPr/>
          </p:nvSpPr>
          <p:spPr bwMode="auto">
            <a:xfrm>
              <a:off x="446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952" name="Rectangle 23"/>
            <p:cNvSpPr>
              <a:spLocks noChangeArrowheads="1"/>
            </p:cNvSpPr>
            <p:nvPr/>
          </p:nvSpPr>
          <p:spPr bwMode="auto">
            <a:xfrm>
              <a:off x="532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953" name="Rectangle 24"/>
            <p:cNvSpPr>
              <a:spLocks noChangeArrowheads="1"/>
            </p:cNvSpPr>
            <p:nvPr/>
          </p:nvSpPr>
          <p:spPr bwMode="auto">
            <a:xfrm>
              <a:off x="475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954" name="Rectangle 25"/>
            <p:cNvSpPr>
              <a:spLocks noChangeArrowheads="1"/>
            </p:cNvSpPr>
            <p:nvPr/>
          </p:nvSpPr>
          <p:spPr bwMode="auto">
            <a:xfrm>
              <a:off x="504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955" name="Text Box 26"/>
            <p:cNvSpPr txBox="1">
              <a:spLocks noChangeArrowheads="1"/>
            </p:cNvSpPr>
            <p:nvPr/>
          </p:nvSpPr>
          <p:spPr bwMode="auto">
            <a:xfrm>
              <a:off x="2458" y="332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</p:grpSp>
      <p:grpSp>
        <p:nvGrpSpPr>
          <p:cNvPr id="206875" name="Group 27"/>
          <p:cNvGrpSpPr>
            <a:grpSpLocks/>
          </p:cNvGrpSpPr>
          <p:nvPr/>
        </p:nvGrpSpPr>
        <p:grpSpPr bwMode="auto">
          <a:xfrm>
            <a:off x="3354388" y="4514428"/>
            <a:ext cx="5013325" cy="1847850"/>
            <a:chOff x="-1488" y="2736"/>
            <a:chExt cx="3158" cy="1164"/>
          </a:xfrm>
        </p:grpSpPr>
        <p:sp>
          <p:nvSpPr>
            <p:cNvPr id="23921" name="Rectangle 28"/>
            <p:cNvSpPr>
              <a:spLocks noChangeArrowheads="1"/>
            </p:cNvSpPr>
            <p:nvPr/>
          </p:nvSpPr>
          <p:spPr bwMode="auto">
            <a:xfrm>
              <a:off x="-121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922" name="Rectangle 29"/>
            <p:cNvSpPr>
              <a:spLocks noChangeArrowheads="1"/>
            </p:cNvSpPr>
            <p:nvPr/>
          </p:nvSpPr>
          <p:spPr bwMode="auto">
            <a:xfrm>
              <a:off x="-92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3" name="Rectangle 30"/>
            <p:cNvSpPr>
              <a:spLocks noChangeArrowheads="1"/>
            </p:cNvSpPr>
            <p:nvPr/>
          </p:nvSpPr>
          <p:spPr bwMode="auto">
            <a:xfrm>
              <a:off x="-63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4" name="Rectangle 31"/>
            <p:cNvSpPr>
              <a:spLocks noChangeArrowheads="1"/>
            </p:cNvSpPr>
            <p:nvPr/>
          </p:nvSpPr>
          <p:spPr bwMode="auto">
            <a:xfrm>
              <a:off x="-34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5" name="Rectangle 32"/>
            <p:cNvSpPr>
              <a:spLocks noChangeArrowheads="1"/>
            </p:cNvSpPr>
            <p:nvPr/>
          </p:nvSpPr>
          <p:spPr bwMode="auto">
            <a:xfrm>
              <a:off x="-5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6" name="Rectangle 33"/>
            <p:cNvSpPr>
              <a:spLocks noChangeArrowheads="1"/>
            </p:cNvSpPr>
            <p:nvPr/>
          </p:nvSpPr>
          <p:spPr bwMode="auto">
            <a:xfrm>
              <a:off x="23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7" name="Rectangle 34"/>
            <p:cNvSpPr>
              <a:spLocks noChangeArrowheads="1"/>
            </p:cNvSpPr>
            <p:nvPr/>
          </p:nvSpPr>
          <p:spPr bwMode="auto">
            <a:xfrm>
              <a:off x="51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8" name="Rectangle 35"/>
            <p:cNvSpPr>
              <a:spLocks noChangeArrowheads="1"/>
            </p:cNvSpPr>
            <p:nvPr/>
          </p:nvSpPr>
          <p:spPr bwMode="auto">
            <a:xfrm>
              <a:off x="138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9" name="Rectangle 36"/>
            <p:cNvSpPr>
              <a:spLocks noChangeArrowheads="1"/>
            </p:cNvSpPr>
            <p:nvPr/>
          </p:nvSpPr>
          <p:spPr bwMode="auto">
            <a:xfrm>
              <a:off x="80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30" name="Rectangle 37"/>
            <p:cNvSpPr>
              <a:spLocks noChangeArrowheads="1"/>
            </p:cNvSpPr>
            <p:nvPr/>
          </p:nvSpPr>
          <p:spPr bwMode="auto">
            <a:xfrm>
              <a:off x="109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31" name="Rectangle 38"/>
            <p:cNvSpPr>
              <a:spLocks noChangeArrowheads="1"/>
            </p:cNvSpPr>
            <p:nvPr/>
          </p:nvSpPr>
          <p:spPr bwMode="auto">
            <a:xfrm>
              <a:off x="-121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932" name="Rectangle 39"/>
            <p:cNvSpPr>
              <a:spLocks noChangeArrowheads="1"/>
            </p:cNvSpPr>
            <p:nvPr/>
          </p:nvSpPr>
          <p:spPr bwMode="auto">
            <a:xfrm>
              <a:off x="-92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933" name="Rectangle 40"/>
            <p:cNvSpPr>
              <a:spLocks noChangeArrowheads="1"/>
            </p:cNvSpPr>
            <p:nvPr/>
          </p:nvSpPr>
          <p:spPr bwMode="auto">
            <a:xfrm>
              <a:off x="-63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934" name="Rectangle 41"/>
            <p:cNvSpPr>
              <a:spLocks noChangeArrowheads="1"/>
            </p:cNvSpPr>
            <p:nvPr/>
          </p:nvSpPr>
          <p:spPr bwMode="auto">
            <a:xfrm>
              <a:off x="-34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935" name="Rectangle 42"/>
            <p:cNvSpPr>
              <a:spLocks noChangeArrowheads="1"/>
            </p:cNvSpPr>
            <p:nvPr/>
          </p:nvSpPr>
          <p:spPr bwMode="auto">
            <a:xfrm>
              <a:off x="-5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936" name="Rectangle 43"/>
            <p:cNvSpPr>
              <a:spLocks noChangeArrowheads="1"/>
            </p:cNvSpPr>
            <p:nvPr/>
          </p:nvSpPr>
          <p:spPr bwMode="auto">
            <a:xfrm>
              <a:off x="23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937" name="Rectangle 44"/>
            <p:cNvSpPr>
              <a:spLocks noChangeArrowheads="1"/>
            </p:cNvSpPr>
            <p:nvPr/>
          </p:nvSpPr>
          <p:spPr bwMode="auto">
            <a:xfrm>
              <a:off x="51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938" name="Rectangle 45"/>
            <p:cNvSpPr>
              <a:spLocks noChangeArrowheads="1"/>
            </p:cNvSpPr>
            <p:nvPr/>
          </p:nvSpPr>
          <p:spPr bwMode="auto">
            <a:xfrm>
              <a:off x="138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939" name="Rectangle 46"/>
            <p:cNvSpPr>
              <a:spLocks noChangeArrowheads="1"/>
            </p:cNvSpPr>
            <p:nvPr/>
          </p:nvSpPr>
          <p:spPr bwMode="auto">
            <a:xfrm>
              <a:off x="80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940" name="Rectangle 47"/>
            <p:cNvSpPr>
              <a:spLocks noChangeArrowheads="1"/>
            </p:cNvSpPr>
            <p:nvPr/>
          </p:nvSpPr>
          <p:spPr bwMode="auto">
            <a:xfrm>
              <a:off x="109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941" name="Text Box 48"/>
            <p:cNvSpPr txBox="1">
              <a:spLocks noChangeArrowheads="1"/>
            </p:cNvSpPr>
            <p:nvPr/>
          </p:nvSpPr>
          <p:spPr bwMode="auto">
            <a:xfrm>
              <a:off x="-1488" y="333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942" name="Line 49"/>
            <p:cNvSpPr>
              <a:spLocks noChangeShapeType="1"/>
            </p:cNvSpPr>
            <p:nvPr/>
          </p:nvSpPr>
          <p:spPr bwMode="auto">
            <a:xfrm>
              <a:off x="-1066" y="298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43" name="Text Box 50"/>
            <p:cNvSpPr txBox="1">
              <a:spLocks noChangeArrowheads="1"/>
            </p:cNvSpPr>
            <p:nvPr/>
          </p:nvSpPr>
          <p:spPr bwMode="auto">
            <a:xfrm>
              <a:off x="-1236" y="273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i=0</a:t>
              </a:r>
            </a:p>
          </p:txBody>
        </p:sp>
      </p:grpSp>
      <p:sp>
        <p:nvSpPr>
          <p:cNvPr id="23558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grpSp>
        <p:nvGrpSpPr>
          <p:cNvPr id="206900" name="Group 52"/>
          <p:cNvGrpSpPr>
            <a:grpSpLocks/>
          </p:cNvGrpSpPr>
          <p:nvPr/>
        </p:nvGrpSpPr>
        <p:grpSpPr bwMode="auto">
          <a:xfrm>
            <a:off x="3354388" y="4514428"/>
            <a:ext cx="5013325" cy="1847850"/>
            <a:chOff x="-1248" y="1056"/>
            <a:chExt cx="3158" cy="1164"/>
          </a:xfrm>
        </p:grpSpPr>
        <p:sp>
          <p:nvSpPr>
            <p:cNvPr id="23896" name="Rectangle 53"/>
            <p:cNvSpPr>
              <a:spLocks noChangeArrowheads="1"/>
            </p:cNvSpPr>
            <p:nvPr/>
          </p:nvSpPr>
          <p:spPr bwMode="auto">
            <a:xfrm>
              <a:off x="-9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897" name="Rectangle 54"/>
            <p:cNvSpPr>
              <a:spLocks noChangeArrowheads="1"/>
            </p:cNvSpPr>
            <p:nvPr/>
          </p:nvSpPr>
          <p:spPr bwMode="auto">
            <a:xfrm>
              <a:off x="-6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98" name="Rectangle 55"/>
            <p:cNvSpPr>
              <a:spLocks noChangeArrowheads="1"/>
            </p:cNvSpPr>
            <p:nvPr/>
          </p:nvSpPr>
          <p:spPr bwMode="auto">
            <a:xfrm>
              <a:off x="-39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9" name="Rectangle 56"/>
            <p:cNvSpPr>
              <a:spLocks noChangeArrowheads="1"/>
            </p:cNvSpPr>
            <p:nvPr/>
          </p:nvSpPr>
          <p:spPr bwMode="auto">
            <a:xfrm>
              <a:off x="-10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0" name="Rectangle 57"/>
            <p:cNvSpPr>
              <a:spLocks noChangeArrowheads="1"/>
            </p:cNvSpPr>
            <p:nvPr/>
          </p:nvSpPr>
          <p:spPr bwMode="auto">
            <a:xfrm>
              <a:off x="1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1" name="Rectangle 58"/>
            <p:cNvSpPr>
              <a:spLocks noChangeArrowheads="1"/>
            </p:cNvSpPr>
            <p:nvPr/>
          </p:nvSpPr>
          <p:spPr bwMode="auto">
            <a:xfrm>
              <a:off x="4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2" name="Rectangle 59"/>
            <p:cNvSpPr>
              <a:spLocks noChangeArrowheads="1"/>
            </p:cNvSpPr>
            <p:nvPr/>
          </p:nvSpPr>
          <p:spPr bwMode="auto">
            <a:xfrm>
              <a:off x="758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3" name="Rectangle 60"/>
            <p:cNvSpPr>
              <a:spLocks noChangeArrowheads="1"/>
            </p:cNvSpPr>
            <p:nvPr/>
          </p:nvSpPr>
          <p:spPr bwMode="auto">
            <a:xfrm>
              <a:off x="162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4" name="Rectangle 61"/>
            <p:cNvSpPr>
              <a:spLocks noChangeArrowheads="1"/>
            </p:cNvSpPr>
            <p:nvPr/>
          </p:nvSpPr>
          <p:spPr bwMode="auto">
            <a:xfrm>
              <a:off x="104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5" name="Rectangle 62"/>
            <p:cNvSpPr>
              <a:spLocks noChangeArrowheads="1"/>
            </p:cNvSpPr>
            <p:nvPr/>
          </p:nvSpPr>
          <p:spPr bwMode="auto">
            <a:xfrm>
              <a:off x="133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6" name="Rectangle 63"/>
            <p:cNvSpPr>
              <a:spLocks noChangeArrowheads="1"/>
            </p:cNvSpPr>
            <p:nvPr/>
          </p:nvSpPr>
          <p:spPr bwMode="auto">
            <a:xfrm>
              <a:off x="-9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  <a:endParaRPr lang="es-ES" sz="24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907" name="Rectangle 64"/>
            <p:cNvSpPr>
              <a:spLocks noChangeArrowheads="1"/>
            </p:cNvSpPr>
            <p:nvPr/>
          </p:nvSpPr>
          <p:spPr bwMode="auto">
            <a:xfrm>
              <a:off x="-6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908" name="Rectangle 65"/>
            <p:cNvSpPr>
              <a:spLocks noChangeArrowheads="1"/>
            </p:cNvSpPr>
            <p:nvPr/>
          </p:nvSpPr>
          <p:spPr bwMode="auto">
            <a:xfrm>
              <a:off x="-39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  <a:endParaRPr lang="es-ES" sz="24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909" name="Rectangle 66"/>
            <p:cNvSpPr>
              <a:spLocks noChangeArrowheads="1"/>
            </p:cNvSpPr>
            <p:nvPr/>
          </p:nvSpPr>
          <p:spPr bwMode="auto">
            <a:xfrm>
              <a:off x="-10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910" name="Rectangle 67"/>
            <p:cNvSpPr>
              <a:spLocks noChangeArrowheads="1"/>
            </p:cNvSpPr>
            <p:nvPr/>
          </p:nvSpPr>
          <p:spPr bwMode="auto">
            <a:xfrm>
              <a:off x="1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911" name="Rectangle 68"/>
            <p:cNvSpPr>
              <a:spLocks noChangeArrowheads="1"/>
            </p:cNvSpPr>
            <p:nvPr/>
          </p:nvSpPr>
          <p:spPr bwMode="auto">
            <a:xfrm>
              <a:off x="4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912" name="Rectangle 69"/>
            <p:cNvSpPr>
              <a:spLocks noChangeArrowheads="1"/>
            </p:cNvSpPr>
            <p:nvPr/>
          </p:nvSpPr>
          <p:spPr bwMode="auto">
            <a:xfrm>
              <a:off x="758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913" name="Rectangle 70"/>
            <p:cNvSpPr>
              <a:spLocks noChangeArrowheads="1"/>
            </p:cNvSpPr>
            <p:nvPr/>
          </p:nvSpPr>
          <p:spPr bwMode="auto">
            <a:xfrm>
              <a:off x="162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914" name="Rectangle 71"/>
            <p:cNvSpPr>
              <a:spLocks noChangeArrowheads="1"/>
            </p:cNvSpPr>
            <p:nvPr/>
          </p:nvSpPr>
          <p:spPr bwMode="auto">
            <a:xfrm>
              <a:off x="104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  <a:endParaRPr lang="es-ES" sz="24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915" name="Rectangle 72"/>
            <p:cNvSpPr>
              <a:spLocks noChangeArrowheads="1"/>
            </p:cNvSpPr>
            <p:nvPr/>
          </p:nvSpPr>
          <p:spPr bwMode="auto">
            <a:xfrm>
              <a:off x="133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916" name="Text Box 73"/>
            <p:cNvSpPr txBox="1">
              <a:spLocks noChangeArrowheads="1"/>
            </p:cNvSpPr>
            <p:nvPr/>
          </p:nvSpPr>
          <p:spPr bwMode="auto">
            <a:xfrm>
              <a:off x="-1248" y="165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917" name="Text Box 74"/>
            <p:cNvSpPr txBox="1">
              <a:spLocks noChangeArrowheads="1"/>
            </p:cNvSpPr>
            <p:nvPr/>
          </p:nvSpPr>
          <p:spPr bwMode="auto">
            <a:xfrm>
              <a:off x="-996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918" name="Line 75"/>
            <p:cNvSpPr>
              <a:spLocks noChangeShapeType="1"/>
            </p:cNvSpPr>
            <p:nvPr/>
          </p:nvSpPr>
          <p:spPr bwMode="auto">
            <a:xfrm>
              <a:off x="-540" y="13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19" name="Text Box 76"/>
            <p:cNvSpPr txBox="1">
              <a:spLocks noChangeArrowheads="1"/>
            </p:cNvSpPr>
            <p:nvPr/>
          </p:nvSpPr>
          <p:spPr bwMode="auto">
            <a:xfrm>
              <a:off x="-710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920" name="Line 77"/>
            <p:cNvSpPr>
              <a:spLocks noChangeShapeType="1"/>
            </p:cNvSpPr>
            <p:nvPr/>
          </p:nvSpPr>
          <p:spPr bwMode="auto">
            <a:xfrm>
              <a:off x="-828" y="13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</p:grpSp>
      <p:grpSp>
        <p:nvGrpSpPr>
          <p:cNvPr id="206926" name="Group 78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504" y="2640"/>
            <a:chExt cx="3216" cy="1164"/>
          </a:xfrm>
        </p:grpSpPr>
        <p:sp>
          <p:nvSpPr>
            <p:cNvPr id="23855" name="Rectangle 79"/>
            <p:cNvSpPr>
              <a:spLocks noChangeArrowheads="1"/>
            </p:cNvSpPr>
            <p:nvPr/>
          </p:nvSpPr>
          <p:spPr bwMode="auto">
            <a:xfrm>
              <a:off x="-322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56" name="Rectangle 80"/>
            <p:cNvSpPr>
              <a:spLocks noChangeArrowheads="1"/>
            </p:cNvSpPr>
            <p:nvPr/>
          </p:nvSpPr>
          <p:spPr bwMode="auto">
            <a:xfrm>
              <a:off x="-293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57" name="Rectangle 81"/>
            <p:cNvSpPr>
              <a:spLocks noChangeArrowheads="1"/>
            </p:cNvSpPr>
            <p:nvPr/>
          </p:nvSpPr>
          <p:spPr bwMode="auto">
            <a:xfrm>
              <a:off x="-265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58" name="Rectangle 82"/>
            <p:cNvSpPr>
              <a:spLocks noChangeArrowheads="1"/>
            </p:cNvSpPr>
            <p:nvPr/>
          </p:nvSpPr>
          <p:spPr bwMode="auto">
            <a:xfrm>
              <a:off x="-236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9" name="Rectangle 83"/>
            <p:cNvSpPr>
              <a:spLocks noChangeArrowheads="1"/>
            </p:cNvSpPr>
            <p:nvPr/>
          </p:nvSpPr>
          <p:spPr bwMode="auto">
            <a:xfrm>
              <a:off x="-207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0" name="Rectangle 84"/>
            <p:cNvSpPr>
              <a:spLocks noChangeArrowheads="1"/>
            </p:cNvSpPr>
            <p:nvPr/>
          </p:nvSpPr>
          <p:spPr bwMode="auto">
            <a:xfrm>
              <a:off x="-178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1" name="Rectangle 85"/>
            <p:cNvSpPr>
              <a:spLocks noChangeArrowheads="1"/>
            </p:cNvSpPr>
            <p:nvPr/>
          </p:nvSpPr>
          <p:spPr bwMode="auto">
            <a:xfrm>
              <a:off x="-149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2" name="Rectangle 86"/>
            <p:cNvSpPr>
              <a:spLocks noChangeArrowheads="1"/>
            </p:cNvSpPr>
            <p:nvPr/>
          </p:nvSpPr>
          <p:spPr bwMode="auto">
            <a:xfrm>
              <a:off x="-63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3" name="Rectangle 87"/>
            <p:cNvSpPr>
              <a:spLocks noChangeArrowheads="1"/>
            </p:cNvSpPr>
            <p:nvPr/>
          </p:nvSpPr>
          <p:spPr bwMode="auto">
            <a:xfrm>
              <a:off x="-121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4" name="Rectangle 88"/>
            <p:cNvSpPr>
              <a:spLocks noChangeArrowheads="1"/>
            </p:cNvSpPr>
            <p:nvPr/>
          </p:nvSpPr>
          <p:spPr bwMode="auto">
            <a:xfrm>
              <a:off x="-92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5" name="Rectangle 89"/>
            <p:cNvSpPr>
              <a:spLocks noChangeArrowheads="1"/>
            </p:cNvSpPr>
            <p:nvPr/>
          </p:nvSpPr>
          <p:spPr bwMode="auto">
            <a:xfrm>
              <a:off x="-322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866" name="Rectangle 90"/>
            <p:cNvSpPr>
              <a:spLocks noChangeArrowheads="1"/>
            </p:cNvSpPr>
            <p:nvPr/>
          </p:nvSpPr>
          <p:spPr bwMode="auto">
            <a:xfrm>
              <a:off x="-293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867" name="Rectangle 91"/>
            <p:cNvSpPr>
              <a:spLocks noChangeArrowheads="1"/>
            </p:cNvSpPr>
            <p:nvPr/>
          </p:nvSpPr>
          <p:spPr bwMode="auto">
            <a:xfrm>
              <a:off x="-265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868" name="Rectangle 92"/>
            <p:cNvSpPr>
              <a:spLocks noChangeArrowheads="1"/>
            </p:cNvSpPr>
            <p:nvPr/>
          </p:nvSpPr>
          <p:spPr bwMode="auto">
            <a:xfrm>
              <a:off x="-236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869" name="Rectangle 93"/>
            <p:cNvSpPr>
              <a:spLocks noChangeArrowheads="1"/>
            </p:cNvSpPr>
            <p:nvPr/>
          </p:nvSpPr>
          <p:spPr bwMode="auto">
            <a:xfrm>
              <a:off x="-207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870" name="Rectangle 94"/>
            <p:cNvSpPr>
              <a:spLocks noChangeArrowheads="1"/>
            </p:cNvSpPr>
            <p:nvPr/>
          </p:nvSpPr>
          <p:spPr bwMode="auto">
            <a:xfrm>
              <a:off x="-178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871" name="Rectangle 95"/>
            <p:cNvSpPr>
              <a:spLocks noChangeArrowheads="1"/>
            </p:cNvSpPr>
            <p:nvPr/>
          </p:nvSpPr>
          <p:spPr bwMode="auto">
            <a:xfrm>
              <a:off x="-149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872" name="Rectangle 96"/>
            <p:cNvSpPr>
              <a:spLocks noChangeArrowheads="1"/>
            </p:cNvSpPr>
            <p:nvPr/>
          </p:nvSpPr>
          <p:spPr bwMode="auto">
            <a:xfrm>
              <a:off x="-63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873" name="Rectangle 97"/>
            <p:cNvSpPr>
              <a:spLocks noChangeArrowheads="1"/>
            </p:cNvSpPr>
            <p:nvPr/>
          </p:nvSpPr>
          <p:spPr bwMode="auto">
            <a:xfrm>
              <a:off x="-121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874" name="Rectangle 98"/>
            <p:cNvSpPr>
              <a:spLocks noChangeArrowheads="1"/>
            </p:cNvSpPr>
            <p:nvPr/>
          </p:nvSpPr>
          <p:spPr bwMode="auto">
            <a:xfrm>
              <a:off x="-92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875" name="Text Box 99"/>
            <p:cNvSpPr txBox="1">
              <a:spLocks noChangeArrowheads="1"/>
            </p:cNvSpPr>
            <p:nvPr/>
          </p:nvSpPr>
          <p:spPr bwMode="auto">
            <a:xfrm>
              <a:off x="-3504" y="323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76" name="Text Box 100"/>
            <p:cNvSpPr txBox="1">
              <a:spLocks noChangeArrowheads="1"/>
            </p:cNvSpPr>
            <p:nvPr/>
          </p:nvSpPr>
          <p:spPr bwMode="auto">
            <a:xfrm>
              <a:off x="-3252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877" name="Line 101"/>
            <p:cNvSpPr>
              <a:spLocks noChangeShapeType="1"/>
            </p:cNvSpPr>
            <p:nvPr/>
          </p:nvSpPr>
          <p:spPr bwMode="auto">
            <a:xfrm>
              <a:off x="-2796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78" name="Text Box 102"/>
            <p:cNvSpPr txBox="1">
              <a:spLocks noChangeArrowheads="1"/>
            </p:cNvSpPr>
            <p:nvPr/>
          </p:nvSpPr>
          <p:spPr bwMode="auto">
            <a:xfrm>
              <a:off x="-2966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879" name="Line 103"/>
            <p:cNvSpPr>
              <a:spLocks noChangeShapeType="1"/>
            </p:cNvSpPr>
            <p:nvPr/>
          </p:nvSpPr>
          <p:spPr bwMode="auto">
            <a:xfrm>
              <a:off x="-3084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0" name="Line 104"/>
            <p:cNvSpPr>
              <a:spLocks noChangeShapeType="1"/>
            </p:cNvSpPr>
            <p:nvPr/>
          </p:nvSpPr>
          <p:spPr bwMode="auto">
            <a:xfrm>
              <a:off x="-2508" y="2892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1" name="Text Box 105"/>
            <p:cNvSpPr txBox="1">
              <a:spLocks noChangeArrowheads="1"/>
            </p:cNvSpPr>
            <p:nvPr/>
          </p:nvSpPr>
          <p:spPr bwMode="auto">
            <a:xfrm>
              <a:off x="-2678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882" name="Line 106"/>
            <p:cNvSpPr>
              <a:spLocks noChangeShapeType="1"/>
            </p:cNvSpPr>
            <p:nvPr/>
          </p:nvSpPr>
          <p:spPr bwMode="auto">
            <a:xfrm>
              <a:off x="-2220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3" name="Text Box 107"/>
            <p:cNvSpPr txBox="1">
              <a:spLocks noChangeArrowheads="1"/>
            </p:cNvSpPr>
            <p:nvPr/>
          </p:nvSpPr>
          <p:spPr bwMode="auto">
            <a:xfrm>
              <a:off x="-2390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884" name="Line 108"/>
            <p:cNvSpPr>
              <a:spLocks noChangeShapeType="1"/>
            </p:cNvSpPr>
            <p:nvPr/>
          </p:nvSpPr>
          <p:spPr bwMode="auto">
            <a:xfrm>
              <a:off x="-1932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5" name="Text Box 109"/>
            <p:cNvSpPr txBox="1">
              <a:spLocks noChangeArrowheads="1"/>
            </p:cNvSpPr>
            <p:nvPr/>
          </p:nvSpPr>
          <p:spPr bwMode="auto">
            <a:xfrm>
              <a:off x="-2102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886" name="Line 110"/>
            <p:cNvSpPr>
              <a:spLocks noChangeShapeType="1"/>
            </p:cNvSpPr>
            <p:nvPr/>
          </p:nvSpPr>
          <p:spPr bwMode="auto">
            <a:xfrm>
              <a:off x="-1644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7" name="Text Box 111"/>
            <p:cNvSpPr txBox="1">
              <a:spLocks noChangeArrowheads="1"/>
            </p:cNvSpPr>
            <p:nvPr/>
          </p:nvSpPr>
          <p:spPr bwMode="auto">
            <a:xfrm>
              <a:off x="-1814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888" name="Line 112"/>
            <p:cNvSpPr>
              <a:spLocks noChangeShapeType="1"/>
            </p:cNvSpPr>
            <p:nvPr/>
          </p:nvSpPr>
          <p:spPr bwMode="auto">
            <a:xfrm>
              <a:off x="-1356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9" name="Text Box 113"/>
            <p:cNvSpPr txBox="1">
              <a:spLocks noChangeArrowheads="1"/>
            </p:cNvSpPr>
            <p:nvPr/>
          </p:nvSpPr>
          <p:spPr bwMode="auto">
            <a:xfrm>
              <a:off x="-1526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890" name="Line 114"/>
            <p:cNvSpPr>
              <a:spLocks noChangeShapeType="1"/>
            </p:cNvSpPr>
            <p:nvPr/>
          </p:nvSpPr>
          <p:spPr bwMode="auto">
            <a:xfrm>
              <a:off x="-1068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1" name="Text Box 115"/>
            <p:cNvSpPr txBox="1">
              <a:spLocks noChangeArrowheads="1"/>
            </p:cNvSpPr>
            <p:nvPr/>
          </p:nvSpPr>
          <p:spPr bwMode="auto">
            <a:xfrm>
              <a:off x="-1238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892" name="Line 116"/>
            <p:cNvSpPr>
              <a:spLocks noChangeShapeType="1"/>
            </p:cNvSpPr>
            <p:nvPr/>
          </p:nvSpPr>
          <p:spPr bwMode="auto">
            <a:xfrm>
              <a:off x="-780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3" name="Text Box 117"/>
            <p:cNvSpPr txBox="1">
              <a:spLocks noChangeArrowheads="1"/>
            </p:cNvSpPr>
            <p:nvPr/>
          </p:nvSpPr>
          <p:spPr bwMode="auto">
            <a:xfrm>
              <a:off x="-950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894" name="Line 118"/>
            <p:cNvSpPr>
              <a:spLocks noChangeShapeType="1"/>
            </p:cNvSpPr>
            <p:nvPr/>
          </p:nvSpPr>
          <p:spPr bwMode="auto">
            <a:xfrm>
              <a:off x="-492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5" name="Text Box 119"/>
            <p:cNvSpPr txBox="1">
              <a:spLocks noChangeArrowheads="1"/>
            </p:cNvSpPr>
            <p:nvPr/>
          </p:nvSpPr>
          <p:spPr bwMode="auto">
            <a:xfrm>
              <a:off x="-662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968" name="Group 120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2592"/>
            <a:chExt cx="3216" cy="1164"/>
          </a:xfrm>
        </p:grpSpPr>
        <p:sp>
          <p:nvSpPr>
            <p:cNvPr id="23814" name="Rectangle 121"/>
            <p:cNvSpPr>
              <a:spLocks noChangeArrowheads="1"/>
            </p:cNvSpPr>
            <p:nvPr/>
          </p:nvSpPr>
          <p:spPr bwMode="auto">
            <a:xfrm>
              <a:off x="-293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5" name="Rectangle 122"/>
            <p:cNvSpPr>
              <a:spLocks noChangeArrowheads="1"/>
            </p:cNvSpPr>
            <p:nvPr/>
          </p:nvSpPr>
          <p:spPr bwMode="auto">
            <a:xfrm>
              <a:off x="-265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6" name="Rectangle 123"/>
            <p:cNvSpPr>
              <a:spLocks noChangeArrowheads="1"/>
            </p:cNvSpPr>
            <p:nvPr/>
          </p:nvSpPr>
          <p:spPr bwMode="auto">
            <a:xfrm>
              <a:off x="-236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7" name="Rectangle 124"/>
            <p:cNvSpPr>
              <a:spLocks noChangeArrowheads="1"/>
            </p:cNvSpPr>
            <p:nvPr/>
          </p:nvSpPr>
          <p:spPr bwMode="auto">
            <a:xfrm>
              <a:off x="-207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8" name="Rectangle 125"/>
            <p:cNvSpPr>
              <a:spLocks noChangeArrowheads="1"/>
            </p:cNvSpPr>
            <p:nvPr/>
          </p:nvSpPr>
          <p:spPr bwMode="auto">
            <a:xfrm>
              <a:off x="-178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19" name="Rectangle 126"/>
            <p:cNvSpPr>
              <a:spLocks noChangeArrowheads="1"/>
            </p:cNvSpPr>
            <p:nvPr/>
          </p:nvSpPr>
          <p:spPr bwMode="auto">
            <a:xfrm>
              <a:off x="-149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0" name="Rectangle 127"/>
            <p:cNvSpPr>
              <a:spLocks noChangeArrowheads="1"/>
            </p:cNvSpPr>
            <p:nvPr/>
          </p:nvSpPr>
          <p:spPr bwMode="auto">
            <a:xfrm>
              <a:off x="-121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1" name="Rectangle 128"/>
            <p:cNvSpPr>
              <a:spLocks noChangeArrowheads="1"/>
            </p:cNvSpPr>
            <p:nvPr/>
          </p:nvSpPr>
          <p:spPr bwMode="auto">
            <a:xfrm>
              <a:off x="-34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2" name="Rectangle 129"/>
            <p:cNvSpPr>
              <a:spLocks noChangeArrowheads="1"/>
            </p:cNvSpPr>
            <p:nvPr/>
          </p:nvSpPr>
          <p:spPr bwMode="auto">
            <a:xfrm>
              <a:off x="-92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3" name="Rectangle 130"/>
            <p:cNvSpPr>
              <a:spLocks noChangeArrowheads="1"/>
            </p:cNvSpPr>
            <p:nvPr/>
          </p:nvSpPr>
          <p:spPr bwMode="auto">
            <a:xfrm>
              <a:off x="-63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4" name="Rectangle 131"/>
            <p:cNvSpPr>
              <a:spLocks noChangeArrowheads="1"/>
            </p:cNvSpPr>
            <p:nvPr/>
          </p:nvSpPr>
          <p:spPr bwMode="auto">
            <a:xfrm>
              <a:off x="-293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825" name="Rectangle 132"/>
            <p:cNvSpPr>
              <a:spLocks noChangeArrowheads="1"/>
            </p:cNvSpPr>
            <p:nvPr/>
          </p:nvSpPr>
          <p:spPr bwMode="auto">
            <a:xfrm>
              <a:off x="-265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826" name="Rectangle 133"/>
            <p:cNvSpPr>
              <a:spLocks noChangeArrowheads="1"/>
            </p:cNvSpPr>
            <p:nvPr/>
          </p:nvSpPr>
          <p:spPr bwMode="auto">
            <a:xfrm>
              <a:off x="-236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827" name="Rectangle 134"/>
            <p:cNvSpPr>
              <a:spLocks noChangeArrowheads="1"/>
            </p:cNvSpPr>
            <p:nvPr/>
          </p:nvSpPr>
          <p:spPr bwMode="auto">
            <a:xfrm>
              <a:off x="-207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828" name="Rectangle 135"/>
            <p:cNvSpPr>
              <a:spLocks noChangeArrowheads="1"/>
            </p:cNvSpPr>
            <p:nvPr/>
          </p:nvSpPr>
          <p:spPr bwMode="auto">
            <a:xfrm>
              <a:off x="-178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829" name="Rectangle 136"/>
            <p:cNvSpPr>
              <a:spLocks noChangeArrowheads="1"/>
            </p:cNvSpPr>
            <p:nvPr/>
          </p:nvSpPr>
          <p:spPr bwMode="auto">
            <a:xfrm>
              <a:off x="-149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830" name="Rectangle 137"/>
            <p:cNvSpPr>
              <a:spLocks noChangeArrowheads="1"/>
            </p:cNvSpPr>
            <p:nvPr/>
          </p:nvSpPr>
          <p:spPr bwMode="auto">
            <a:xfrm>
              <a:off x="-121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831" name="Rectangle 138"/>
            <p:cNvSpPr>
              <a:spLocks noChangeArrowheads="1"/>
            </p:cNvSpPr>
            <p:nvPr/>
          </p:nvSpPr>
          <p:spPr bwMode="auto">
            <a:xfrm>
              <a:off x="-34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832" name="Rectangle 139"/>
            <p:cNvSpPr>
              <a:spLocks noChangeArrowheads="1"/>
            </p:cNvSpPr>
            <p:nvPr/>
          </p:nvSpPr>
          <p:spPr bwMode="auto">
            <a:xfrm>
              <a:off x="-92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833" name="Rectangle 140"/>
            <p:cNvSpPr>
              <a:spLocks noChangeArrowheads="1"/>
            </p:cNvSpPr>
            <p:nvPr/>
          </p:nvSpPr>
          <p:spPr bwMode="auto">
            <a:xfrm>
              <a:off x="-63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834" name="Text Box 141"/>
            <p:cNvSpPr txBox="1">
              <a:spLocks noChangeArrowheads="1"/>
            </p:cNvSpPr>
            <p:nvPr/>
          </p:nvSpPr>
          <p:spPr bwMode="auto">
            <a:xfrm>
              <a:off x="-3216" y="318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35" name="Text Box 142"/>
            <p:cNvSpPr txBox="1">
              <a:spLocks noChangeArrowheads="1"/>
            </p:cNvSpPr>
            <p:nvPr/>
          </p:nvSpPr>
          <p:spPr bwMode="auto">
            <a:xfrm>
              <a:off x="-2964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836" name="Line 143"/>
            <p:cNvSpPr>
              <a:spLocks noChangeShapeType="1"/>
            </p:cNvSpPr>
            <p:nvPr/>
          </p:nvSpPr>
          <p:spPr bwMode="auto">
            <a:xfrm>
              <a:off x="-2508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37" name="Text Box 144"/>
            <p:cNvSpPr txBox="1">
              <a:spLocks noChangeArrowheads="1"/>
            </p:cNvSpPr>
            <p:nvPr/>
          </p:nvSpPr>
          <p:spPr bwMode="auto">
            <a:xfrm>
              <a:off x="-2678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838" name="Line 145"/>
            <p:cNvSpPr>
              <a:spLocks noChangeShapeType="1"/>
            </p:cNvSpPr>
            <p:nvPr/>
          </p:nvSpPr>
          <p:spPr bwMode="auto">
            <a:xfrm>
              <a:off x="-2796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39" name="Line 146"/>
            <p:cNvSpPr>
              <a:spLocks noChangeShapeType="1"/>
            </p:cNvSpPr>
            <p:nvPr/>
          </p:nvSpPr>
          <p:spPr bwMode="auto">
            <a:xfrm>
              <a:off x="-2220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0" name="Text Box 147"/>
            <p:cNvSpPr txBox="1">
              <a:spLocks noChangeArrowheads="1"/>
            </p:cNvSpPr>
            <p:nvPr/>
          </p:nvSpPr>
          <p:spPr bwMode="auto">
            <a:xfrm>
              <a:off x="-2390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841" name="Line 148"/>
            <p:cNvSpPr>
              <a:spLocks noChangeShapeType="1"/>
            </p:cNvSpPr>
            <p:nvPr/>
          </p:nvSpPr>
          <p:spPr bwMode="auto">
            <a:xfrm>
              <a:off x="-1932" y="2844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2" name="Text Box 149"/>
            <p:cNvSpPr txBox="1">
              <a:spLocks noChangeArrowheads="1"/>
            </p:cNvSpPr>
            <p:nvPr/>
          </p:nvSpPr>
          <p:spPr bwMode="auto">
            <a:xfrm>
              <a:off x="-2102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843" name="Line 150"/>
            <p:cNvSpPr>
              <a:spLocks noChangeShapeType="1"/>
            </p:cNvSpPr>
            <p:nvPr/>
          </p:nvSpPr>
          <p:spPr bwMode="auto">
            <a:xfrm>
              <a:off x="-1644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4" name="Text Box 151"/>
            <p:cNvSpPr txBox="1">
              <a:spLocks noChangeArrowheads="1"/>
            </p:cNvSpPr>
            <p:nvPr/>
          </p:nvSpPr>
          <p:spPr bwMode="auto">
            <a:xfrm>
              <a:off x="-1814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845" name="Line 152"/>
            <p:cNvSpPr>
              <a:spLocks noChangeShapeType="1"/>
            </p:cNvSpPr>
            <p:nvPr/>
          </p:nvSpPr>
          <p:spPr bwMode="auto">
            <a:xfrm>
              <a:off x="-1356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6" name="Text Box 153"/>
            <p:cNvSpPr txBox="1">
              <a:spLocks noChangeArrowheads="1"/>
            </p:cNvSpPr>
            <p:nvPr/>
          </p:nvSpPr>
          <p:spPr bwMode="auto">
            <a:xfrm>
              <a:off x="-1526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847" name="Line 154"/>
            <p:cNvSpPr>
              <a:spLocks noChangeShapeType="1"/>
            </p:cNvSpPr>
            <p:nvPr/>
          </p:nvSpPr>
          <p:spPr bwMode="auto">
            <a:xfrm>
              <a:off x="-1068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8" name="Text Box 155"/>
            <p:cNvSpPr txBox="1">
              <a:spLocks noChangeArrowheads="1"/>
            </p:cNvSpPr>
            <p:nvPr/>
          </p:nvSpPr>
          <p:spPr bwMode="auto">
            <a:xfrm>
              <a:off x="-1238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849" name="Line 156"/>
            <p:cNvSpPr>
              <a:spLocks noChangeShapeType="1"/>
            </p:cNvSpPr>
            <p:nvPr/>
          </p:nvSpPr>
          <p:spPr bwMode="auto">
            <a:xfrm>
              <a:off x="-780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0" name="Text Box 157"/>
            <p:cNvSpPr txBox="1">
              <a:spLocks noChangeArrowheads="1"/>
            </p:cNvSpPr>
            <p:nvPr/>
          </p:nvSpPr>
          <p:spPr bwMode="auto">
            <a:xfrm>
              <a:off x="-950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851" name="Line 158"/>
            <p:cNvSpPr>
              <a:spLocks noChangeShapeType="1"/>
            </p:cNvSpPr>
            <p:nvPr/>
          </p:nvSpPr>
          <p:spPr bwMode="auto">
            <a:xfrm>
              <a:off x="-492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2" name="Text Box 159"/>
            <p:cNvSpPr txBox="1">
              <a:spLocks noChangeArrowheads="1"/>
            </p:cNvSpPr>
            <p:nvPr/>
          </p:nvSpPr>
          <p:spPr bwMode="auto">
            <a:xfrm>
              <a:off x="-662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853" name="Line 160"/>
            <p:cNvSpPr>
              <a:spLocks noChangeShapeType="1"/>
            </p:cNvSpPr>
            <p:nvPr/>
          </p:nvSpPr>
          <p:spPr bwMode="auto">
            <a:xfrm>
              <a:off x="-204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4" name="Text Box 161"/>
            <p:cNvSpPr txBox="1">
              <a:spLocks noChangeArrowheads="1"/>
            </p:cNvSpPr>
            <p:nvPr/>
          </p:nvSpPr>
          <p:spPr bwMode="auto">
            <a:xfrm>
              <a:off x="-374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010" name="Group 162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408" y="1152"/>
            <a:chExt cx="3216" cy="1164"/>
          </a:xfrm>
        </p:grpSpPr>
        <p:sp>
          <p:nvSpPr>
            <p:cNvPr id="23773" name="Rectangle 163"/>
            <p:cNvSpPr>
              <a:spLocks noChangeArrowheads="1"/>
            </p:cNvSpPr>
            <p:nvPr/>
          </p:nvSpPr>
          <p:spPr bwMode="auto">
            <a:xfrm>
              <a:off x="-313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4" name="Rectangle 164"/>
            <p:cNvSpPr>
              <a:spLocks noChangeArrowheads="1"/>
            </p:cNvSpPr>
            <p:nvPr/>
          </p:nvSpPr>
          <p:spPr bwMode="auto">
            <a:xfrm>
              <a:off x="-284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5" name="Rectangle 165"/>
            <p:cNvSpPr>
              <a:spLocks noChangeArrowheads="1"/>
            </p:cNvSpPr>
            <p:nvPr/>
          </p:nvSpPr>
          <p:spPr bwMode="auto">
            <a:xfrm>
              <a:off x="-255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6" name="Rectangle 166"/>
            <p:cNvSpPr>
              <a:spLocks noChangeArrowheads="1"/>
            </p:cNvSpPr>
            <p:nvPr/>
          </p:nvSpPr>
          <p:spPr bwMode="auto">
            <a:xfrm>
              <a:off x="-226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7" name="Rectangle 167"/>
            <p:cNvSpPr>
              <a:spLocks noChangeArrowheads="1"/>
            </p:cNvSpPr>
            <p:nvPr/>
          </p:nvSpPr>
          <p:spPr bwMode="auto">
            <a:xfrm>
              <a:off x="-197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8" name="Rectangle 168"/>
            <p:cNvSpPr>
              <a:spLocks noChangeArrowheads="1"/>
            </p:cNvSpPr>
            <p:nvPr/>
          </p:nvSpPr>
          <p:spPr bwMode="auto">
            <a:xfrm>
              <a:off x="-169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79" name="Rectangle 169"/>
            <p:cNvSpPr>
              <a:spLocks noChangeArrowheads="1"/>
            </p:cNvSpPr>
            <p:nvPr/>
          </p:nvSpPr>
          <p:spPr bwMode="auto">
            <a:xfrm>
              <a:off x="-140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0" name="Rectangle 170"/>
            <p:cNvSpPr>
              <a:spLocks noChangeArrowheads="1"/>
            </p:cNvSpPr>
            <p:nvPr/>
          </p:nvSpPr>
          <p:spPr bwMode="auto">
            <a:xfrm>
              <a:off x="-53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1" name="Rectangle 171"/>
            <p:cNvSpPr>
              <a:spLocks noChangeArrowheads="1"/>
            </p:cNvSpPr>
            <p:nvPr/>
          </p:nvSpPr>
          <p:spPr bwMode="auto">
            <a:xfrm>
              <a:off x="-111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2" name="Rectangle 172"/>
            <p:cNvSpPr>
              <a:spLocks noChangeArrowheads="1"/>
            </p:cNvSpPr>
            <p:nvPr/>
          </p:nvSpPr>
          <p:spPr bwMode="auto">
            <a:xfrm>
              <a:off x="-82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3" name="Rectangle 173"/>
            <p:cNvSpPr>
              <a:spLocks noChangeArrowheads="1"/>
            </p:cNvSpPr>
            <p:nvPr/>
          </p:nvSpPr>
          <p:spPr bwMode="auto">
            <a:xfrm>
              <a:off x="-313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784" name="Rectangle 174"/>
            <p:cNvSpPr>
              <a:spLocks noChangeArrowheads="1"/>
            </p:cNvSpPr>
            <p:nvPr/>
          </p:nvSpPr>
          <p:spPr bwMode="auto">
            <a:xfrm>
              <a:off x="-284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785" name="Rectangle 175"/>
            <p:cNvSpPr>
              <a:spLocks noChangeArrowheads="1"/>
            </p:cNvSpPr>
            <p:nvPr/>
          </p:nvSpPr>
          <p:spPr bwMode="auto">
            <a:xfrm>
              <a:off x="-255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786" name="Rectangle 176"/>
            <p:cNvSpPr>
              <a:spLocks noChangeArrowheads="1"/>
            </p:cNvSpPr>
            <p:nvPr/>
          </p:nvSpPr>
          <p:spPr bwMode="auto">
            <a:xfrm>
              <a:off x="-226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787" name="Rectangle 177"/>
            <p:cNvSpPr>
              <a:spLocks noChangeArrowheads="1"/>
            </p:cNvSpPr>
            <p:nvPr/>
          </p:nvSpPr>
          <p:spPr bwMode="auto">
            <a:xfrm>
              <a:off x="-197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788" name="Rectangle 178"/>
            <p:cNvSpPr>
              <a:spLocks noChangeArrowheads="1"/>
            </p:cNvSpPr>
            <p:nvPr/>
          </p:nvSpPr>
          <p:spPr bwMode="auto">
            <a:xfrm>
              <a:off x="-169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789" name="Rectangle 179"/>
            <p:cNvSpPr>
              <a:spLocks noChangeArrowheads="1"/>
            </p:cNvSpPr>
            <p:nvPr/>
          </p:nvSpPr>
          <p:spPr bwMode="auto">
            <a:xfrm>
              <a:off x="-140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790" name="Rectangle 180"/>
            <p:cNvSpPr>
              <a:spLocks noChangeArrowheads="1"/>
            </p:cNvSpPr>
            <p:nvPr/>
          </p:nvSpPr>
          <p:spPr bwMode="auto">
            <a:xfrm>
              <a:off x="-53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791" name="Rectangle 181"/>
            <p:cNvSpPr>
              <a:spLocks noChangeArrowheads="1"/>
            </p:cNvSpPr>
            <p:nvPr/>
          </p:nvSpPr>
          <p:spPr bwMode="auto">
            <a:xfrm>
              <a:off x="-111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792" name="Rectangle 182"/>
            <p:cNvSpPr>
              <a:spLocks noChangeArrowheads="1"/>
            </p:cNvSpPr>
            <p:nvPr/>
          </p:nvSpPr>
          <p:spPr bwMode="auto">
            <a:xfrm>
              <a:off x="-82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793" name="Text Box 183"/>
            <p:cNvSpPr txBox="1">
              <a:spLocks noChangeArrowheads="1"/>
            </p:cNvSpPr>
            <p:nvPr/>
          </p:nvSpPr>
          <p:spPr bwMode="auto">
            <a:xfrm>
              <a:off x="-3408" y="174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94" name="Text Box 184"/>
            <p:cNvSpPr txBox="1">
              <a:spLocks noChangeArrowheads="1"/>
            </p:cNvSpPr>
            <p:nvPr/>
          </p:nvSpPr>
          <p:spPr bwMode="auto">
            <a:xfrm>
              <a:off x="-3156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795" name="Line 185"/>
            <p:cNvSpPr>
              <a:spLocks noChangeShapeType="1"/>
            </p:cNvSpPr>
            <p:nvPr/>
          </p:nvSpPr>
          <p:spPr bwMode="auto">
            <a:xfrm>
              <a:off x="-2700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96" name="Text Box 186"/>
            <p:cNvSpPr txBox="1">
              <a:spLocks noChangeArrowheads="1"/>
            </p:cNvSpPr>
            <p:nvPr/>
          </p:nvSpPr>
          <p:spPr bwMode="auto">
            <a:xfrm>
              <a:off x="-2870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797" name="Line 187"/>
            <p:cNvSpPr>
              <a:spLocks noChangeShapeType="1"/>
            </p:cNvSpPr>
            <p:nvPr/>
          </p:nvSpPr>
          <p:spPr bwMode="auto">
            <a:xfrm>
              <a:off x="-2988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98" name="Line 188"/>
            <p:cNvSpPr>
              <a:spLocks noChangeShapeType="1"/>
            </p:cNvSpPr>
            <p:nvPr/>
          </p:nvSpPr>
          <p:spPr bwMode="auto">
            <a:xfrm>
              <a:off x="-2412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99" name="Text Box 189"/>
            <p:cNvSpPr txBox="1">
              <a:spLocks noChangeArrowheads="1"/>
            </p:cNvSpPr>
            <p:nvPr/>
          </p:nvSpPr>
          <p:spPr bwMode="auto">
            <a:xfrm>
              <a:off x="-2582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800" name="Line 190"/>
            <p:cNvSpPr>
              <a:spLocks noChangeShapeType="1"/>
            </p:cNvSpPr>
            <p:nvPr/>
          </p:nvSpPr>
          <p:spPr bwMode="auto">
            <a:xfrm>
              <a:off x="-2124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1" name="Text Box 191"/>
            <p:cNvSpPr txBox="1">
              <a:spLocks noChangeArrowheads="1"/>
            </p:cNvSpPr>
            <p:nvPr/>
          </p:nvSpPr>
          <p:spPr bwMode="auto">
            <a:xfrm>
              <a:off x="-2294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802" name="Line 192"/>
            <p:cNvSpPr>
              <a:spLocks noChangeShapeType="1"/>
            </p:cNvSpPr>
            <p:nvPr/>
          </p:nvSpPr>
          <p:spPr bwMode="auto">
            <a:xfrm>
              <a:off x="-1836" y="1407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3" name="Text Box 193"/>
            <p:cNvSpPr txBox="1">
              <a:spLocks noChangeArrowheads="1"/>
            </p:cNvSpPr>
            <p:nvPr/>
          </p:nvSpPr>
          <p:spPr bwMode="auto">
            <a:xfrm>
              <a:off x="-2006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804" name="Line 194"/>
            <p:cNvSpPr>
              <a:spLocks noChangeShapeType="1"/>
            </p:cNvSpPr>
            <p:nvPr/>
          </p:nvSpPr>
          <p:spPr bwMode="auto">
            <a:xfrm>
              <a:off x="-1548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5" name="Text Box 195"/>
            <p:cNvSpPr txBox="1">
              <a:spLocks noChangeArrowheads="1"/>
            </p:cNvSpPr>
            <p:nvPr/>
          </p:nvSpPr>
          <p:spPr bwMode="auto">
            <a:xfrm>
              <a:off x="-1718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806" name="Line 196"/>
            <p:cNvSpPr>
              <a:spLocks noChangeShapeType="1"/>
            </p:cNvSpPr>
            <p:nvPr/>
          </p:nvSpPr>
          <p:spPr bwMode="auto">
            <a:xfrm>
              <a:off x="-1260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7" name="Text Box 197"/>
            <p:cNvSpPr txBox="1">
              <a:spLocks noChangeArrowheads="1"/>
            </p:cNvSpPr>
            <p:nvPr/>
          </p:nvSpPr>
          <p:spPr bwMode="auto">
            <a:xfrm>
              <a:off x="-1430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808" name="Line 198"/>
            <p:cNvSpPr>
              <a:spLocks noChangeShapeType="1"/>
            </p:cNvSpPr>
            <p:nvPr/>
          </p:nvSpPr>
          <p:spPr bwMode="auto">
            <a:xfrm>
              <a:off x="-972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9" name="Text Box 199"/>
            <p:cNvSpPr txBox="1">
              <a:spLocks noChangeArrowheads="1"/>
            </p:cNvSpPr>
            <p:nvPr/>
          </p:nvSpPr>
          <p:spPr bwMode="auto">
            <a:xfrm>
              <a:off x="-1142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810" name="Line 200"/>
            <p:cNvSpPr>
              <a:spLocks noChangeShapeType="1"/>
            </p:cNvSpPr>
            <p:nvPr/>
          </p:nvSpPr>
          <p:spPr bwMode="auto">
            <a:xfrm>
              <a:off x="-684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11" name="Text Box 201"/>
            <p:cNvSpPr txBox="1">
              <a:spLocks noChangeArrowheads="1"/>
            </p:cNvSpPr>
            <p:nvPr/>
          </p:nvSpPr>
          <p:spPr bwMode="auto">
            <a:xfrm>
              <a:off x="-854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812" name="Line 202"/>
            <p:cNvSpPr>
              <a:spLocks noChangeShapeType="1"/>
            </p:cNvSpPr>
            <p:nvPr/>
          </p:nvSpPr>
          <p:spPr bwMode="auto">
            <a:xfrm>
              <a:off x="-396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13" name="Text Box 203"/>
            <p:cNvSpPr txBox="1">
              <a:spLocks noChangeArrowheads="1"/>
            </p:cNvSpPr>
            <p:nvPr/>
          </p:nvSpPr>
          <p:spPr bwMode="auto">
            <a:xfrm>
              <a:off x="-566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052" name="Group 204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-240"/>
            <a:chExt cx="3216" cy="1164"/>
          </a:xfrm>
        </p:grpSpPr>
        <p:sp>
          <p:nvSpPr>
            <p:cNvPr id="23732" name="Rectangle 205"/>
            <p:cNvSpPr>
              <a:spLocks noChangeArrowheads="1"/>
            </p:cNvSpPr>
            <p:nvPr/>
          </p:nvSpPr>
          <p:spPr bwMode="auto">
            <a:xfrm>
              <a:off x="-293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3" name="Rectangle 206"/>
            <p:cNvSpPr>
              <a:spLocks noChangeArrowheads="1"/>
            </p:cNvSpPr>
            <p:nvPr/>
          </p:nvSpPr>
          <p:spPr bwMode="auto">
            <a:xfrm>
              <a:off x="-265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4" name="Rectangle 207"/>
            <p:cNvSpPr>
              <a:spLocks noChangeArrowheads="1"/>
            </p:cNvSpPr>
            <p:nvPr/>
          </p:nvSpPr>
          <p:spPr bwMode="auto">
            <a:xfrm>
              <a:off x="-236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5" name="Rectangle 208"/>
            <p:cNvSpPr>
              <a:spLocks noChangeArrowheads="1"/>
            </p:cNvSpPr>
            <p:nvPr/>
          </p:nvSpPr>
          <p:spPr bwMode="auto">
            <a:xfrm>
              <a:off x="-207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6" name="Rectangle 209"/>
            <p:cNvSpPr>
              <a:spLocks noChangeArrowheads="1"/>
            </p:cNvSpPr>
            <p:nvPr/>
          </p:nvSpPr>
          <p:spPr bwMode="auto">
            <a:xfrm>
              <a:off x="-178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7" name="Rectangle 210"/>
            <p:cNvSpPr>
              <a:spLocks noChangeArrowheads="1"/>
            </p:cNvSpPr>
            <p:nvPr/>
          </p:nvSpPr>
          <p:spPr bwMode="auto">
            <a:xfrm>
              <a:off x="-149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8" name="Rectangle 211"/>
            <p:cNvSpPr>
              <a:spLocks noChangeArrowheads="1"/>
            </p:cNvSpPr>
            <p:nvPr/>
          </p:nvSpPr>
          <p:spPr bwMode="auto">
            <a:xfrm>
              <a:off x="-121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39" name="Rectangle 212"/>
            <p:cNvSpPr>
              <a:spLocks noChangeArrowheads="1"/>
            </p:cNvSpPr>
            <p:nvPr/>
          </p:nvSpPr>
          <p:spPr bwMode="auto">
            <a:xfrm>
              <a:off x="-34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40" name="Rectangle 213"/>
            <p:cNvSpPr>
              <a:spLocks noChangeArrowheads="1"/>
            </p:cNvSpPr>
            <p:nvPr/>
          </p:nvSpPr>
          <p:spPr bwMode="auto">
            <a:xfrm>
              <a:off x="-92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41" name="Rectangle 214"/>
            <p:cNvSpPr>
              <a:spLocks noChangeArrowheads="1"/>
            </p:cNvSpPr>
            <p:nvPr/>
          </p:nvSpPr>
          <p:spPr bwMode="auto">
            <a:xfrm>
              <a:off x="-63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42" name="Rectangle 215"/>
            <p:cNvSpPr>
              <a:spLocks noChangeArrowheads="1"/>
            </p:cNvSpPr>
            <p:nvPr/>
          </p:nvSpPr>
          <p:spPr bwMode="auto">
            <a:xfrm>
              <a:off x="-293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743" name="Rectangle 216"/>
            <p:cNvSpPr>
              <a:spLocks noChangeArrowheads="1"/>
            </p:cNvSpPr>
            <p:nvPr/>
          </p:nvSpPr>
          <p:spPr bwMode="auto">
            <a:xfrm>
              <a:off x="-265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744" name="Rectangle 217"/>
            <p:cNvSpPr>
              <a:spLocks noChangeArrowheads="1"/>
            </p:cNvSpPr>
            <p:nvPr/>
          </p:nvSpPr>
          <p:spPr bwMode="auto">
            <a:xfrm>
              <a:off x="-236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745" name="Rectangle 218"/>
            <p:cNvSpPr>
              <a:spLocks noChangeArrowheads="1"/>
            </p:cNvSpPr>
            <p:nvPr/>
          </p:nvSpPr>
          <p:spPr bwMode="auto">
            <a:xfrm>
              <a:off x="-207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746" name="Rectangle 219"/>
            <p:cNvSpPr>
              <a:spLocks noChangeArrowheads="1"/>
            </p:cNvSpPr>
            <p:nvPr/>
          </p:nvSpPr>
          <p:spPr bwMode="auto">
            <a:xfrm>
              <a:off x="-178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747" name="Rectangle 220"/>
            <p:cNvSpPr>
              <a:spLocks noChangeArrowheads="1"/>
            </p:cNvSpPr>
            <p:nvPr/>
          </p:nvSpPr>
          <p:spPr bwMode="auto">
            <a:xfrm>
              <a:off x="-149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748" name="Rectangle 221"/>
            <p:cNvSpPr>
              <a:spLocks noChangeArrowheads="1"/>
            </p:cNvSpPr>
            <p:nvPr/>
          </p:nvSpPr>
          <p:spPr bwMode="auto">
            <a:xfrm>
              <a:off x="-121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749" name="Rectangle 222"/>
            <p:cNvSpPr>
              <a:spLocks noChangeArrowheads="1"/>
            </p:cNvSpPr>
            <p:nvPr/>
          </p:nvSpPr>
          <p:spPr bwMode="auto">
            <a:xfrm>
              <a:off x="-34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750" name="Rectangle 223"/>
            <p:cNvSpPr>
              <a:spLocks noChangeArrowheads="1"/>
            </p:cNvSpPr>
            <p:nvPr/>
          </p:nvSpPr>
          <p:spPr bwMode="auto">
            <a:xfrm>
              <a:off x="-92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751" name="Rectangle 224"/>
            <p:cNvSpPr>
              <a:spLocks noChangeArrowheads="1"/>
            </p:cNvSpPr>
            <p:nvPr/>
          </p:nvSpPr>
          <p:spPr bwMode="auto">
            <a:xfrm>
              <a:off x="-63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752" name="Text Box 225"/>
            <p:cNvSpPr txBox="1">
              <a:spLocks noChangeArrowheads="1"/>
            </p:cNvSpPr>
            <p:nvPr/>
          </p:nvSpPr>
          <p:spPr bwMode="auto">
            <a:xfrm>
              <a:off x="-3216" y="35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53" name="Text Box 226"/>
            <p:cNvSpPr txBox="1">
              <a:spLocks noChangeArrowheads="1"/>
            </p:cNvSpPr>
            <p:nvPr/>
          </p:nvSpPr>
          <p:spPr bwMode="auto">
            <a:xfrm>
              <a:off x="-2964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754" name="Line 227"/>
            <p:cNvSpPr>
              <a:spLocks noChangeShapeType="1"/>
            </p:cNvSpPr>
            <p:nvPr/>
          </p:nvSpPr>
          <p:spPr bwMode="auto">
            <a:xfrm>
              <a:off x="-2508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55" name="Text Box 228"/>
            <p:cNvSpPr txBox="1">
              <a:spLocks noChangeArrowheads="1"/>
            </p:cNvSpPr>
            <p:nvPr/>
          </p:nvSpPr>
          <p:spPr bwMode="auto">
            <a:xfrm>
              <a:off x="-2678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756" name="Line 229"/>
            <p:cNvSpPr>
              <a:spLocks noChangeShapeType="1"/>
            </p:cNvSpPr>
            <p:nvPr/>
          </p:nvSpPr>
          <p:spPr bwMode="auto">
            <a:xfrm>
              <a:off x="-2796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57" name="Line 230"/>
            <p:cNvSpPr>
              <a:spLocks noChangeShapeType="1"/>
            </p:cNvSpPr>
            <p:nvPr/>
          </p:nvSpPr>
          <p:spPr bwMode="auto">
            <a:xfrm>
              <a:off x="-2220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58" name="Text Box 231"/>
            <p:cNvSpPr txBox="1">
              <a:spLocks noChangeArrowheads="1"/>
            </p:cNvSpPr>
            <p:nvPr/>
          </p:nvSpPr>
          <p:spPr bwMode="auto">
            <a:xfrm>
              <a:off x="-2390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759" name="Line 232"/>
            <p:cNvSpPr>
              <a:spLocks noChangeShapeType="1"/>
            </p:cNvSpPr>
            <p:nvPr/>
          </p:nvSpPr>
          <p:spPr bwMode="auto">
            <a:xfrm>
              <a:off x="-1932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0" name="Text Box 233"/>
            <p:cNvSpPr txBox="1">
              <a:spLocks noChangeArrowheads="1"/>
            </p:cNvSpPr>
            <p:nvPr/>
          </p:nvSpPr>
          <p:spPr bwMode="auto">
            <a:xfrm>
              <a:off x="-2102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761" name="Line 234"/>
            <p:cNvSpPr>
              <a:spLocks noChangeShapeType="1"/>
            </p:cNvSpPr>
            <p:nvPr/>
          </p:nvSpPr>
          <p:spPr bwMode="auto">
            <a:xfrm>
              <a:off x="-1644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2" name="Text Box 235"/>
            <p:cNvSpPr txBox="1">
              <a:spLocks noChangeArrowheads="1"/>
            </p:cNvSpPr>
            <p:nvPr/>
          </p:nvSpPr>
          <p:spPr bwMode="auto">
            <a:xfrm>
              <a:off x="-1814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763" name="Line 236"/>
            <p:cNvSpPr>
              <a:spLocks noChangeShapeType="1"/>
            </p:cNvSpPr>
            <p:nvPr/>
          </p:nvSpPr>
          <p:spPr bwMode="auto">
            <a:xfrm>
              <a:off x="-1356" y="1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4" name="Text Box 237"/>
            <p:cNvSpPr txBox="1">
              <a:spLocks noChangeArrowheads="1"/>
            </p:cNvSpPr>
            <p:nvPr/>
          </p:nvSpPr>
          <p:spPr bwMode="auto">
            <a:xfrm>
              <a:off x="-1526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765" name="Line 238"/>
            <p:cNvSpPr>
              <a:spLocks noChangeShapeType="1"/>
            </p:cNvSpPr>
            <p:nvPr/>
          </p:nvSpPr>
          <p:spPr bwMode="auto">
            <a:xfrm>
              <a:off x="-1068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6" name="Text Box 239"/>
            <p:cNvSpPr txBox="1">
              <a:spLocks noChangeArrowheads="1"/>
            </p:cNvSpPr>
            <p:nvPr/>
          </p:nvSpPr>
          <p:spPr bwMode="auto">
            <a:xfrm>
              <a:off x="-1238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767" name="Line 240"/>
            <p:cNvSpPr>
              <a:spLocks noChangeShapeType="1"/>
            </p:cNvSpPr>
            <p:nvPr/>
          </p:nvSpPr>
          <p:spPr bwMode="auto">
            <a:xfrm>
              <a:off x="-780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8" name="Text Box 241"/>
            <p:cNvSpPr txBox="1">
              <a:spLocks noChangeArrowheads="1"/>
            </p:cNvSpPr>
            <p:nvPr/>
          </p:nvSpPr>
          <p:spPr bwMode="auto">
            <a:xfrm>
              <a:off x="-950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769" name="Line 242"/>
            <p:cNvSpPr>
              <a:spLocks noChangeShapeType="1"/>
            </p:cNvSpPr>
            <p:nvPr/>
          </p:nvSpPr>
          <p:spPr bwMode="auto">
            <a:xfrm>
              <a:off x="-492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70" name="Text Box 243"/>
            <p:cNvSpPr txBox="1">
              <a:spLocks noChangeArrowheads="1"/>
            </p:cNvSpPr>
            <p:nvPr/>
          </p:nvSpPr>
          <p:spPr bwMode="auto">
            <a:xfrm>
              <a:off x="-662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771" name="Line 244"/>
            <p:cNvSpPr>
              <a:spLocks noChangeShapeType="1"/>
            </p:cNvSpPr>
            <p:nvPr/>
          </p:nvSpPr>
          <p:spPr bwMode="auto">
            <a:xfrm>
              <a:off x="-204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72" name="Text Box 245"/>
            <p:cNvSpPr txBox="1">
              <a:spLocks noChangeArrowheads="1"/>
            </p:cNvSpPr>
            <p:nvPr/>
          </p:nvSpPr>
          <p:spPr bwMode="auto">
            <a:xfrm>
              <a:off x="-374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094" name="Group 246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360" y="2016"/>
            <a:chExt cx="3216" cy="1164"/>
          </a:xfrm>
        </p:grpSpPr>
        <p:sp>
          <p:nvSpPr>
            <p:cNvPr id="23691" name="Rectangle 247"/>
            <p:cNvSpPr>
              <a:spLocks noChangeArrowheads="1"/>
            </p:cNvSpPr>
            <p:nvPr/>
          </p:nvSpPr>
          <p:spPr bwMode="auto">
            <a:xfrm>
              <a:off x="-308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2" name="Rectangle 248"/>
            <p:cNvSpPr>
              <a:spLocks noChangeArrowheads="1"/>
            </p:cNvSpPr>
            <p:nvPr/>
          </p:nvSpPr>
          <p:spPr bwMode="auto">
            <a:xfrm>
              <a:off x="-279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3" name="Rectangle 249"/>
            <p:cNvSpPr>
              <a:spLocks noChangeArrowheads="1"/>
            </p:cNvSpPr>
            <p:nvPr/>
          </p:nvSpPr>
          <p:spPr bwMode="auto">
            <a:xfrm>
              <a:off x="-250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4" name="Rectangle 250"/>
            <p:cNvSpPr>
              <a:spLocks noChangeArrowheads="1"/>
            </p:cNvSpPr>
            <p:nvPr/>
          </p:nvSpPr>
          <p:spPr bwMode="auto">
            <a:xfrm>
              <a:off x="-221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5" name="Rectangle 251"/>
            <p:cNvSpPr>
              <a:spLocks noChangeArrowheads="1"/>
            </p:cNvSpPr>
            <p:nvPr/>
          </p:nvSpPr>
          <p:spPr bwMode="auto">
            <a:xfrm>
              <a:off x="-193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6" name="Rectangle 252"/>
            <p:cNvSpPr>
              <a:spLocks noChangeArrowheads="1"/>
            </p:cNvSpPr>
            <p:nvPr/>
          </p:nvSpPr>
          <p:spPr bwMode="auto">
            <a:xfrm>
              <a:off x="-164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7" name="Rectangle 253"/>
            <p:cNvSpPr>
              <a:spLocks noChangeArrowheads="1"/>
            </p:cNvSpPr>
            <p:nvPr/>
          </p:nvSpPr>
          <p:spPr bwMode="auto">
            <a:xfrm>
              <a:off x="-135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8" name="Rectangle 254"/>
            <p:cNvSpPr>
              <a:spLocks noChangeArrowheads="1"/>
            </p:cNvSpPr>
            <p:nvPr/>
          </p:nvSpPr>
          <p:spPr bwMode="auto">
            <a:xfrm>
              <a:off x="-49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99" name="Rectangle 255"/>
            <p:cNvSpPr>
              <a:spLocks noChangeArrowheads="1"/>
            </p:cNvSpPr>
            <p:nvPr/>
          </p:nvSpPr>
          <p:spPr bwMode="auto">
            <a:xfrm>
              <a:off x="-106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00" name="Rectangle 256"/>
            <p:cNvSpPr>
              <a:spLocks noChangeArrowheads="1"/>
            </p:cNvSpPr>
            <p:nvPr/>
          </p:nvSpPr>
          <p:spPr bwMode="auto">
            <a:xfrm>
              <a:off x="-77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01" name="Rectangle 257"/>
            <p:cNvSpPr>
              <a:spLocks noChangeArrowheads="1"/>
            </p:cNvSpPr>
            <p:nvPr/>
          </p:nvSpPr>
          <p:spPr bwMode="auto">
            <a:xfrm>
              <a:off x="-308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702" name="Rectangle 258"/>
            <p:cNvSpPr>
              <a:spLocks noChangeArrowheads="1"/>
            </p:cNvSpPr>
            <p:nvPr/>
          </p:nvSpPr>
          <p:spPr bwMode="auto">
            <a:xfrm>
              <a:off x="-279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703" name="Rectangle 259"/>
            <p:cNvSpPr>
              <a:spLocks noChangeArrowheads="1"/>
            </p:cNvSpPr>
            <p:nvPr/>
          </p:nvSpPr>
          <p:spPr bwMode="auto">
            <a:xfrm>
              <a:off x="-250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704" name="Rectangle 260"/>
            <p:cNvSpPr>
              <a:spLocks noChangeArrowheads="1"/>
            </p:cNvSpPr>
            <p:nvPr/>
          </p:nvSpPr>
          <p:spPr bwMode="auto">
            <a:xfrm>
              <a:off x="-221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705" name="Rectangle 261"/>
            <p:cNvSpPr>
              <a:spLocks noChangeArrowheads="1"/>
            </p:cNvSpPr>
            <p:nvPr/>
          </p:nvSpPr>
          <p:spPr bwMode="auto">
            <a:xfrm>
              <a:off x="-193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706" name="Rectangle 262"/>
            <p:cNvSpPr>
              <a:spLocks noChangeArrowheads="1"/>
            </p:cNvSpPr>
            <p:nvPr/>
          </p:nvSpPr>
          <p:spPr bwMode="auto">
            <a:xfrm>
              <a:off x="-164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707" name="Rectangle 263"/>
            <p:cNvSpPr>
              <a:spLocks noChangeArrowheads="1"/>
            </p:cNvSpPr>
            <p:nvPr/>
          </p:nvSpPr>
          <p:spPr bwMode="auto">
            <a:xfrm>
              <a:off x="-135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708" name="Rectangle 264"/>
            <p:cNvSpPr>
              <a:spLocks noChangeArrowheads="1"/>
            </p:cNvSpPr>
            <p:nvPr/>
          </p:nvSpPr>
          <p:spPr bwMode="auto">
            <a:xfrm>
              <a:off x="-49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709" name="Rectangle 265"/>
            <p:cNvSpPr>
              <a:spLocks noChangeArrowheads="1"/>
            </p:cNvSpPr>
            <p:nvPr/>
          </p:nvSpPr>
          <p:spPr bwMode="auto">
            <a:xfrm>
              <a:off x="-106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710" name="Rectangle 266"/>
            <p:cNvSpPr>
              <a:spLocks noChangeArrowheads="1"/>
            </p:cNvSpPr>
            <p:nvPr/>
          </p:nvSpPr>
          <p:spPr bwMode="auto">
            <a:xfrm>
              <a:off x="-77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711" name="Text Box 267"/>
            <p:cNvSpPr txBox="1">
              <a:spLocks noChangeArrowheads="1"/>
            </p:cNvSpPr>
            <p:nvPr/>
          </p:nvSpPr>
          <p:spPr bwMode="auto">
            <a:xfrm>
              <a:off x="-3360" y="261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12" name="Text Box 268"/>
            <p:cNvSpPr txBox="1">
              <a:spLocks noChangeArrowheads="1"/>
            </p:cNvSpPr>
            <p:nvPr/>
          </p:nvSpPr>
          <p:spPr bwMode="auto">
            <a:xfrm>
              <a:off x="-3108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713" name="Line 269"/>
            <p:cNvSpPr>
              <a:spLocks noChangeShapeType="1"/>
            </p:cNvSpPr>
            <p:nvPr/>
          </p:nvSpPr>
          <p:spPr bwMode="auto">
            <a:xfrm>
              <a:off x="-2652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4" name="Text Box 270"/>
            <p:cNvSpPr txBox="1">
              <a:spLocks noChangeArrowheads="1"/>
            </p:cNvSpPr>
            <p:nvPr/>
          </p:nvSpPr>
          <p:spPr bwMode="auto">
            <a:xfrm>
              <a:off x="-2822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715" name="Line 271"/>
            <p:cNvSpPr>
              <a:spLocks noChangeShapeType="1"/>
            </p:cNvSpPr>
            <p:nvPr/>
          </p:nvSpPr>
          <p:spPr bwMode="auto">
            <a:xfrm>
              <a:off x="-2940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6" name="Line 272"/>
            <p:cNvSpPr>
              <a:spLocks noChangeShapeType="1"/>
            </p:cNvSpPr>
            <p:nvPr/>
          </p:nvSpPr>
          <p:spPr bwMode="auto">
            <a:xfrm>
              <a:off x="-2364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7" name="Text Box 273"/>
            <p:cNvSpPr txBox="1">
              <a:spLocks noChangeArrowheads="1"/>
            </p:cNvSpPr>
            <p:nvPr/>
          </p:nvSpPr>
          <p:spPr bwMode="auto">
            <a:xfrm>
              <a:off x="-2534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718" name="Line 274"/>
            <p:cNvSpPr>
              <a:spLocks noChangeShapeType="1"/>
            </p:cNvSpPr>
            <p:nvPr/>
          </p:nvSpPr>
          <p:spPr bwMode="auto">
            <a:xfrm>
              <a:off x="-2076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9" name="Text Box 275"/>
            <p:cNvSpPr txBox="1">
              <a:spLocks noChangeArrowheads="1"/>
            </p:cNvSpPr>
            <p:nvPr/>
          </p:nvSpPr>
          <p:spPr bwMode="auto">
            <a:xfrm>
              <a:off x="-2246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720" name="Line 276"/>
            <p:cNvSpPr>
              <a:spLocks noChangeShapeType="1"/>
            </p:cNvSpPr>
            <p:nvPr/>
          </p:nvSpPr>
          <p:spPr bwMode="auto">
            <a:xfrm>
              <a:off x="-1788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1" name="Text Box 277"/>
            <p:cNvSpPr txBox="1">
              <a:spLocks noChangeArrowheads="1"/>
            </p:cNvSpPr>
            <p:nvPr/>
          </p:nvSpPr>
          <p:spPr bwMode="auto">
            <a:xfrm>
              <a:off x="-1958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722" name="Line 278"/>
            <p:cNvSpPr>
              <a:spLocks noChangeShapeType="1"/>
            </p:cNvSpPr>
            <p:nvPr/>
          </p:nvSpPr>
          <p:spPr bwMode="auto">
            <a:xfrm>
              <a:off x="-1500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3" name="Text Box 279"/>
            <p:cNvSpPr txBox="1">
              <a:spLocks noChangeArrowheads="1"/>
            </p:cNvSpPr>
            <p:nvPr/>
          </p:nvSpPr>
          <p:spPr bwMode="auto">
            <a:xfrm>
              <a:off x="-1670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724" name="Line 280"/>
            <p:cNvSpPr>
              <a:spLocks noChangeShapeType="1"/>
            </p:cNvSpPr>
            <p:nvPr/>
          </p:nvSpPr>
          <p:spPr bwMode="auto">
            <a:xfrm>
              <a:off x="-1212" y="2271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5" name="Text Box 281"/>
            <p:cNvSpPr txBox="1">
              <a:spLocks noChangeArrowheads="1"/>
            </p:cNvSpPr>
            <p:nvPr/>
          </p:nvSpPr>
          <p:spPr bwMode="auto">
            <a:xfrm>
              <a:off x="-1382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726" name="Line 282"/>
            <p:cNvSpPr>
              <a:spLocks noChangeShapeType="1"/>
            </p:cNvSpPr>
            <p:nvPr/>
          </p:nvSpPr>
          <p:spPr bwMode="auto">
            <a:xfrm>
              <a:off x="-924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7" name="Text Box 283"/>
            <p:cNvSpPr txBox="1">
              <a:spLocks noChangeArrowheads="1"/>
            </p:cNvSpPr>
            <p:nvPr/>
          </p:nvSpPr>
          <p:spPr bwMode="auto">
            <a:xfrm>
              <a:off x="-1094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728" name="Line 284"/>
            <p:cNvSpPr>
              <a:spLocks noChangeShapeType="1"/>
            </p:cNvSpPr>
            <p:nvPr/>
          </p:nvSpPr>
          <p:spPr bwMode="auto">
            <a:xfrm>
              <a:off x="-636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9" name="Text Box 285"/>
            <p:cNvSpPr txBox="1">
              <a:spLocks noChangeArrowheads="1"/>
            </p:cNvSpPr>
            <p:nvPr/>
          </p:nvSpPr>
          <p:spPr bwMode="auto">
            <a:xfrm>
              <a:off x="-806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730" name="Line 286"/>
            <p:cNvSpPr>
              <a:spLocks noChangeShapeType="1"/>
            </p:cNvSpPr>
            <p:nvPr/>
          </p:nvSpPr>
          <p:spPr bwMode="auto">
            <a:xfrm>
              <a:off x="-348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31" name="Text Box 287"/>
            <p:cNvSpPr txBox="1">
              <a:spLocks noChangeArrowheads="1"/>
            </p:cNvSpPr>
            <p:nvPr/>
          </p:nvSpPr>
          <p:spPr bwMode="auto">
            <a:xfrm>
              <a:off x="-518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136" name="Group 288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384"/>
            <a:chExt cx="3216" cy="1164"/>
          </a:xfrm>
        </p:grpSpPr>
        <p:sp>
          <p:nvSpPr>
            <p:cNvPr id="23650" name="Rectangle 289"/>
            <p:cNvSpPr>
              <a:spLocks noChangeArrowheads="1"/>
            </p:cNvSpPr>
            <p:nvPr/>
          </p:nvSpPr>
          <p:spPr bwMode="auto">
            <a:xfrm>
              <a:off x="-293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1" name="Rectangle 290"/>
            <p:cNvSpPr>
              <a:spLocks noChangeArrowheads="1"/>
            </p:cNvSpPr>
            <p:nvPr/>
          </p:nvSpPr>
          <p:spPr bwMode="auto">
            <a:xfrm>
              <a:off x="-265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2" name="Rectangle 291"/>
            <p:cNvSpPr>
              <a:spLocks noChangeArrowheads="1"/>
            </p:cNvSpPr>
            <p:nvPr/>
          </p:nvSpPr>
          <p:spPr bwMode="auto">
            <a:xfrm>
              <a:off x="-236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3" name="Rectangle 292"/>
            <p:cNvSpPr>
              <a:spLocks noChangeArrowheads="1"/>
            </p:cNvSpPr>
            <p:nvPr/>
          </p:nvSpPr>
          <p:spPr bwMode="auto">
            <a:xfrm>
              <a:off x="-207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4" name="Rectangle 293"/>
            <p:cNvSpPr>
              <a:spLocks noChangeArrowheads="1"/>
            </p:cNvSpPr>
            <p:nvPr/>
          </p:nvSpPr>
          <p:spPr bwMode="auto">
            <a:xfrm>
              <a:off x="-178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5" name="Rectangle 294"/>
            <p:cNvSpPr>
              <a:spLocks noChangeArrowheads="1"/>
            </p:cNvSpPr>
            <p:nvPr/>
          </p:nvSpPr>
          <p:spPr bwMode="auto">
            <a:xfrm>
              <a:off x="-149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6" name="Rectangle 295"/>
            <p:cNvSpPr>
              <a:spLocks noChangeArrowheads="1"/>
            </p:cNvSpPr>
            <p:nvPr/>
          </p:nvSpPr>
          <p:spPr bwMode="auto">
            <a:xfrm>
              <a:off x="-121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7" name="Rectangle 296"/>
            <p:cNvSpPr>
              <a:spLocks noChangeArrowheads="1"/>
            </p:cNvSpPr>
            <p:nvPr/>
          </p:nvSpPr>
          <p:spPr bwMode="auto">
            <a:xfrm>
              <a:off x="-34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58" name="Rectangle 297"/>
            <p:cNvSpPr>
              <a:spLocks noChangeArrowheads="1"/>
            </p:cNvSpPr>
            <p:nvPr/>
          </p:nvSpPr>
          <p:spPr bwMode="auto">
            <a:xfrm>
              <a:off x="-92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9" name="Rectangle 298"/>
            <p:cNvSpPr>
              <a:spLocks noChangeArrowheads="1"/>
            </p:cNvSpPr>
            <p:nvPr/>
          </p:nvSpPr>
          <p:spPr bwMode="auto">
            <a:xfrm>
              <a:off x="-63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60" name="Rectangle 299"/>
            <p:cNvSpPr>
              <a:spLocks noChangeArrowheads="1"/>
            </p:cNvSpPr>
            <p:nvPr/>
          </p:nvSpPr>
          <p:spPr bwMode="auto">
            <a:xfrm>
              <a:off x="-293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661" name="Rectangle 300"/>
            <p:cNvSpPr>
              <a:spLocks noChangeArrowheads="1"/>
            </p:cNvSpPr>
            <p:nvPr/>
          </p:nvSpPr>
          <p:spPr bwMode="auto">
            <a:xfrm>
              <a:off x="-265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662" name="Rectangle 301"/>
            <p:cNvSpPr>
              <a:spLocks noChangeArrowheads="1"/>
            </p:cNvSpPr>
            <p:nvPr/>
          </p:nvSpPr>
          <p:spPr bwMode="auto">
            <a:xfrm>
              <a:off x="-236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663" name="Rectangle 302"/>
            <p:cNvSpPr>
              <a:spLocks noChangeArrowheads="1"/>
            </p:cNvSpPr>
            <p:nvPr/>
          </p:nvSpPr>
          <p:spPr bwMode="auto">
            <a:xfrm>
              <a:off x="-207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664" name="Rectangle 303"/>
            <p:cNvSpPr>
              <a:spLocks noChangeArrowheads="1"/>
            </p:cNvSpPr>
            <p:nvPr/>
          </p:nvSpPr>
          <p:spPr bwMode="auto">
            <a:xfrm>
              <a:off x="-178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665" name="Rectangle 304"/>
            <p:cNvSpPr>
              <a:spLocks noChangeArrowheads="1"/>
            </p:cNvSpPr>
            <p:nvPr/>
          </p:nvSpPr>
          <p:spPr bwMode="auto">
            <a:xfrm>
              <a:off x="-149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666" name="Rectangle 305"/>
            <p:cNvSpPr>
              <a:spLocks noChangeArrowheads="1"/>
            </p:cNvSpPr>
            <p:nvPr/>
          </p:nvSpPr>
          <p:spPr bwMode="auto">
            <a:xfrm>
              <a:off x="-121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667" name="Rectangle 306"/>
            <p:cNvSpPr>
              <a:spLocks noChangeArrowheads="1"/>
            </p:cNvSpPr>
            <p:nvPr/>
          </p:nvSpPr>
          <p:spPr bwMode="auto">
            <a:xfrm>
              <a:off x="-34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668" name="Rectangle 307"/>
            <p:cNvSpPr>
              <a:spLocks noChangeArrowheads="1"/>
            </p:cNvSpPr>
            <p:nvPr/>
          </p:nvSpPr>
          <p:spPr bwMode="auto">
            <a:xfrm>
              <a:off x="-92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669" name="Rectangle 308"/>
            <p:cNvSpPr>
              <a:spLocks noChangeArrowheads="1"/>
            </p:cNvSpPr>
            <p:nvPr/>
          </p:nvSpPr>
          <p:spPr bwMode="auto">
            <a:xfrm>
              <a:off x="-63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670" name="Text Box 309"/>
            <p:cNvSpPr txBox="1">
              <a:spLocks noChangeArrowheads="1"/>
            </p:cNvSpPr>
            <p:nvPr/>
          </p:nvSpPr>
          <p:spPr bwMode="auto">
            <a:xfrm>
              <a:off x="-3216" y="98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71" name="Text Box 310"/>
            <p:cNvSpPr txBox="1">
              <a:spLocks noChangeArrowheads="1"/>
            </p:cNvSpPr>
            <p:nvPr/>
          </p:nvSpPr>
          <p:spPr bwMode="auto">
            <a:xfrm>
              <a:off x="-2964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672" name="Line 311"/>
            <p:cNvSpPr>
              <a:spLocks noChangeShapeType="1"/>
            </p:cNvSpPr>
            <p:nvPr/>
          </p:nvSpPr>
          <p:spPr bwMode="auto">
            <a:xfrm>
              <a:off x="-2508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3" name="Text Box 312"/>
            <p:cNvSpPr txBox="1">
              <a:spLocks noChangeArrowheads="1"/>
            </p:cNvSpPr>
            <p:nvPr/>
          </p:nvSpPr>
          <p:spPr bwMode="auto">
            <a:xfrm>
              <a:off x="-2678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674" name="Line 313"/>
            <p:cNvSpPr>
              <a:spLocks noChangeShapeType="1"/>
            </p:cNvSpPr>
            <p:nvPr/>
          </p:nvSpPr>
          <p:spPr bwMode="auto">
            <a:xfrm>
              <a:off x="-2796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5" name="Line 314"/>
            <p:cNvSpPr>
              <a:spLocks noChangeShapeType="1"/>
            </p:cNvSpPr>
            <p:nvPr/>
          </p:nvSpPr>
          <p:spPr bwMode="auto">
            <a:xfrm>
              <a:off x="-2220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6" name="Text Box 315"/>
            <p:cNvSpPr txBox="1">
              <a:spLocks noChangeArrowheads="1"/>
            </p:cNvSpPr>
            <p:nvPr/>
          </p:nvSpPr>
          <p:spPr bwMode="auto">
            <a:xfrm>
              <a:off x="-2390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677" name="Line 316"/>
            <p:cNvSpPr>
              <a:spLocks noChangeShapeType="1"/>
            </p:cNvSpPr>
            <p:nvPr/>
          </p:nvSpPr>
          <p:spPr bwMode="auto">
            <a:xfrm>
              <a:off x="-1932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8" name="Text Box 317"/>
            <p:cNvSpPr txBox="1">
              <a:spLocks noChangeArrowheads="1"/>
            </p:cNvSpPr>
            <p:nvPr/>
          </p:nvSpPr>
          <p:spPr bwMode="auto">
            <a:xfrm>
              <a:off x="-2102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679" name="Line 318"/>
            <p:cNvSpPr>
              <a:spLocks noChangeShapeType="1"/>
            </p:cNvSpPr>
            <p:nvPr/>
          </p:nvSpPr>
          <p:spPr bwMode="auto">
            <a:xfrm>
              <a:off x="-1644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0" name="Text Box 319"/>
            <p:cNvSpPr txBox="1">
              <a:spLocks noChangeArrowheads="1"/>
            </p:cNvSpPr>
            <p:nvPr/>
          </p:nvSpPr>
          <p:spPr bwMode="auto">
            <a:xfrm>
              <a:off x="-1814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681" name="Line 320"/>
            <p:cNvSpPr>
              <a:spLocks noChangeShapeType="1"/>
            </p:cNvSpPr>
            <p:nvPr/>
          </p:nvSpPr>
          <p:spPr bwMode="auto">
            <a:xfrm>
              <a:off x="-1356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2" name="Text Box 321"/>
            <p:cNvSpPr txBox="1">
              <a:spLocks noChangeArrowheads="1"/>
            </p:cNvSpPr>
            <p:nvPr/>
          </p:nvSpPr>
          <p:spPr bwMode="auto">
            <a:xfrm>
              <a:off x="-1526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683" name="Line 322"/>
            <p:cNvSpPr>
              <a:spLocks noChangeShapeType="1"/>
            </p:cNvSpPr>
            <p:nvPr/>
          </p:nvSpPr>
          <p:spPr bwMode="auto">
            <a:xfrm>
              <a:off x="-1068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4" name="Text Box 323"/>
            <p:cNvSpPr txBox="1">
              <a:spLocks noChangeArrowheads="1"/>
            </p:cNvSpPr>
            <p:nvPr/>
          </p:nvSpPr>
          <p:spPr bwMode="auto">
            <a:xfrm>
              <a:off x="-1238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685" name="Line 324"/>
            <p:cNvSpPr>
              <a:spLocks noChangeShapeType="1"/>
            </p:cNvSpPr>
            <p:nvPr/>
          </p:nvSpPr>
          <p:spPr bwMode="auto">
            <a:xfrm>
              <a:off x="-780" y="64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6" name="Text Box 325"/>
            <p:cNvSpPr txBox="1">
              <a:spLocks noChangeArrowheads="1"/>
            </p:cNvSpPr>
            <p:nvPr/>
          </p:nvSpPr>
          <p:spPr bwMode="auto">
            <a:xfrm>
              <a:off x="-950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687" name="Line 326"/>
            <p:cNvSpPr>
              <a:spLocks noChangeShapeType="1"/>
            </p:cNvSpPr>
            <p:nvPr/>
          </p:nvSpPr>
          <p:spPr bwMode="auto">
            <a:xfrm>
              <a:off x="-492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8" name="Text Box 327"/>
            <p:cNvSpPr txBox="1">
              <a:spLocks noChangeArrowheads="1"/>
            </p:cNvSpPr>
            <p:nvPr/>
          </p:nvSpPr>
          <p:spPr bwMode="auto">
            <a:xfrm>
              <a:off x="-662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689" name="Line 328"/>
            <p:cNvSpPr>
              <a:spLocks noChangeShapeType="1"/>
            </p:cNvSpPr>
            <p:nvPr/>
          </p:nvSpPr>
          <p:spPr bwMode="auto">
            <a:xfrm>
              <a:off x="-204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90" name="Text Box 329"/>
            <p:cNvSpPr txBox="1">
              <a:spLocks noChangeArrowheads="1"/>
            </p:cNvSpPr>
            <p:nvPr/>
          </p:nvSpPr>
          <p:spPr bwMode="auto">
            <a:xfrm>
              <a:off x="-374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178" name="Group 330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432"/>
            <a:chExt cx="3216" cy="1164"/>
          </a:xfrm>
        </p:grpSpPr>
        <p:sp>
          <p:nvSpPr>
            <p:cNvPr id="23609" name="Rectangle 331"/>
            <p:cNvSpPr>
              <a:spLocks noChangeArrowheads="1"/>
            </p:cNvSpPr>
            <p:nvPr/>
          </p:nvSpPr>
          <p:spPr bwMode="auto">
            <a:xfrm>
              <a:off x="-293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0" name="Rectangle 332"/>
            <p:cNvSpPr>
              <a:spLocks noChangeArrowheads="1"/>
            </p:cNvSpPr>
            <p:nvPr/>
          </p:nvSpPr>
          <p:spPr bwMode="auto">
            <a:xfrm>
              <a:off x="-265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1" name="Rectangle 333"/>
            <p:cNvSpPr>
              <a:spLocks noChangeArrowheads="1"/>
            </p:cNvSpPr>
            <p:nvPr/>
          </p:nvSpPr>
          <p:spPr bwMode="auto">
            <a:xfrm>
              <a:off x="-236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2" name="Rectangle 334"/>
            <p:cNvSpPr>
              <a:spLocks noChangeArrowheads="1"/>
            </p:cNvSpPr>
            <p:nvPr/>
          </p:nvSpPr>
          <p:spPr bwMode="auto">
            <a:xfrm>
              <a:off x="-207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3" name="Rectangle 335"/>
            <p:cNvSpPr>
              <a:spLocks noChangeArrowheads="1"/>
            </p:cNvSpPr>
            <p:nvPr/>
          </p:nvSpPr>
          <p:spPr bwMode="auto">
            <a:xfrm>
              <a:off x="-178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4" name="Rectangle 336"/>
            <p:cNvSpPr>
              <a:spLocks noChangeArrowheads="1"/>
            </p:cNvSpPr>
            <p:nvPr/>
          </p:nvSpPr>
          <p:spPr bwMode="auto">
            <a:xfrm>
              <a:off x="-149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5" name="Rectangle 337"/>
            <p:cNvSpPr>
              <a:spLocks noChangeArrowheads="1"/>
            </p:cNvSpPr>
            <p:nvPr/>
          </p:nvSpPr>
          <p:spPr bwMode="auto">
            <a:xfrm>
              <a:off x="-121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6" name="Rectangle 338"/>
            <p:cNvSpPr>
              <a:spLocks noChangeArrowheads="1"/>
            </p:cNvSpPr>
            <p:nvPr/>
          </p:nvSpPr>
          <p:spPr bwMode="auto">
            <a:xfrm>
              <a:off x="-34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17" name="Rectangle 339"/>
            <p:cNvSpPr>
              <a:spLocks noChangeArrowheads="1"/>
            </p:cNvSpPr>
            <p:nvPr/>
          </p:nvSpPr>
          <p:spPr bwMode="auto">
            <a:xfrm>
              <a:off x="-92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8" name="Rectangle 340"/>
            <p:cNvSpPr>
              <a:spLocks noChangeArrowheads="1"/>
            </p:cNvSpPr>
            <p:nvPr/>
          </p:nvSpPr>
          <p:spPr bwMode="auto">
            <a:xfrm>
              <a:off x="-63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9" name="Rectangle 341"/>
            <p:cNvSpPr>
              <a:spLocks noChangeArrowheads="1"/>
            </p:cNvSpPr>
            <p:nvPr/>
          </p:nvSpPr>
          <p:spPr bwMode="auto">
            <a:xfrm>
              <a:off x="-293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620" name="Rectangle 342"/>
            <p:cNvSpPr>
              <a:spLocks noChangeArrowheads="1"/>
            </p:cNvSpPr>
            <p:nvPr/>
          </p:nvSpPr>
          <p:spPr bwMode="auto">
            <a:xfrm>
              <a:off x="-265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621" name="Rectangle 343"/>
            <p:cNvSpPr>
              <a:spLocks noChangeArrowheads="1"/>
            </p:cNvSpPr>
            <p:nvPr/>
          </p:nvSpPr>
          <p:spPr bwMode="auto">
            <a:xfrm>
              <a:off x="-236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622" name="Rectangle 344"/>
            <p:cNvSpPr>
              <a:spLocks noChangeArrowheads="1"/>
            </p:cNvSpPr>
            <p:nvPr/>
          </p:nvSpPr>
          <p:spPr bwMode="auto">
            <a:xfrm>
              <a:off x="-207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623" name="Rectangle 345"/>
            <p:cNvSpPr>
              <a:spLocks noChangeArrowheads="1"/>
            </p:cNvSpPr>
            <p:nvPr/>
          </p:nvSpPr>
          <p:spPr bwMode="auto">
            <a:xfrm>
              <a:off x="-178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624" name="Rectangle 346"/>
            <p:cNvSpPr>
              <a:spLocks noChangeArrowheads="1"/>
            </p:cNvSpPr>
            <p:nvPr/>
          </p:nvSpPr>
          <p:spPr bwMode="auto">
            <a:xfrm>
              <a:off x="-149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625" name="Rectangle 347"/>
            <p:cNvSpPr>
              <a:spLocks noChangeArrowheads="1"/>
            </p:cNvSpPr>
            <p:nvPr/>
          </p:nvSpPr>
          <p:spPr bwMode="auto">
            <a:xfrm>
              <a:off x="-121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626" name="Rectangle 348"/>
            <p:cNvSpPr>
              <a:spLocks noChangeArrowheads="1"/>
            </p:cNvSpPr>
            <p:nvPr/>
          </p:nvSpPr>
          <p:spPr bwMode="auto">
            <a:xfrm>
              <a:off x="-34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627" name="Rectangle 349"/>
            <p:cNvSpPr>
              <a:spLocks noChangeArrowheads="1"/>
            </p:cNvSpPr>
            <p:nvPr/>
          </p:nvSpPr>
          <p:spPr bwMode="auto">
            <a:xfrm>
              <a:off x="-92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628" name="Rectangle 350"/>
            <p:cNvSpPr>
              <a:spLocks noChangeArrowheads="1"/>
            </p:cNvSpPr>
            <p:nvPr/>
          </p:nvSpPr>
          <p:spPr bwMode="auto">
            <a:xfrm>
              <a:off x="-63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629" name="Text Box 351"/>
            <p:cNvSpPr txBox="1">
              <a:spLocks noChangeArrowheads="1"/>
            </p:cNvSpPr>
            <p:nvPr/>
          </p:nvSpPr>
          <p:spPr bwMode="auto">
            <a:xfrm>
              <a:off x="-3216" y="102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30" name="Text Box 352"/>
            <p:cNvSpPr txBox="1">
              <a:spLocks noChangeArrowheads="1"/>
            </p:cNvSpPr>
            <p:nvPr/>
          </p:nvSpPr>
          <p:spPr bwMode="auto">
            <a:xfrm>
              <a:off x="-2964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631" name="Line 353"/>
            <p:cNvSpPr>
              <a:spLocks noChangeShapeType="1"/>
            </p:cNvSpPr>
            <p:nvPr/>
          </p:nvSpPr>
          <p:spPr bwMode="auto">
            <a:xfrm>
              <a:off x="-2508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2" name="Text Box 354"/>
            <p:cNvSpPr txBox="1">
              <a:spLocks noChangeArrowheads="1"/>
            </p:cNvSpPr>
            <p:nvPr/>
          </p:nvSpPr>
          <p:spPr bwMode="auto">
            <a:xfrm>
              <a:off x="-2678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633" name="Line 355"/>
            <p:cNvSpPr>
              <a:spLocks noChangeShapeType="1"/>
            </p:cNvSpPr>
            <p:nvPr/>
          </p:nvSpPr>
          <p:spPr bwMode="auto">
            <a:xfrm>
              <a:off x="-2796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4" name="Line 356"/>
            <p:cNvSpPr>
              <a:spLocks noChangeShapeType="1"/>
            </p:cNvSpPr>
            <p:nvPr/>
          </p:nvSpPr>
          <p:spPr bwMode="auto">
            <a:xfrm>
              <a:off x="-2220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5" name="Text Box 357"/>
            <p:cNvSpPr txBox="1">
              <a:spLocks noChangeArrowheads="1"/>
            </p:cNvSpPr>
            <p:nvPr/>
          </p:nvSpPr>
          <p:spPr bwMode="auto">
            <a:xfrm>
              <a:off x="-2390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636" name="Line 358"/>
            <p:cNvSpPr>
              <a:spLocks noChangeShapeType="1"/>
            </p:cNvSpPr>
            <p:nvPr/>
          </p:nvSpPr>
          <p:spPr bwMode="auto">
            <a:xfrm>
              <a:off x="-1932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7" name="Text Box 359"/>
            <p:cNvSpPr txBox="1">
              <a:spLocks noChangeArrowheads="1"/>
            </p:cNvSpPr>
            <p:nvPr/>
          </p:nvSpPr>
          <p:spPr bwMode="auto">
            <a:xfrm>
              <a:off x="-2102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638" name="Line 360"/>
            <p:cNvSpPr>
              <a:spLocks noChangeShapeType="1"/>
            </p:cNvSpPr>
            <p:nvPr/>
          </p:nvSpPr>
          <p:spPr bwMode="auto">
            <a:xfrm>
              <a:off x="-1644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9" name="Text Box 361"/>
            <p:cNvSpPr txBox="1">
              <a:spLocks noChangeArrowheads="1"/>
            </p:cNvSpPr>
            <p:nvPr/>
          </p:nvSpPr>
          <p:spPr bwMode="auto">
            <a:xfrm>
              <a:off x="-1814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640" name="Line 362"/>
            <p:cNvSpPr>
              <a:spLocks noChangeShapeType="1"/>
            </p:cNvSpPr>
            <p:nvPr/>
          </p:nvSpPr>
          <p:spPr bwMode="auto">
            <a:xfrm>
              <a:off x="-1356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1" name="Text Box 363"/>
            <p:cNvSpPr txBox="1">
              <a:spLocks noChangeArrowheads="1"/>
            </p:cNvSpPr>
            <p:nvPr/>
          </p:nvSpPr>
          <p:spPr bwMode="auto">
            <a:xfrm>
              <a:off x="-1526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642" name="Line 364"/>
            <p:cNvSpPr>
              <a:spLocks noChangeShapeType="1"/>
            </p:cNvSpPr>
            <p:nvPr/>
          </p:nvSpPr>
          <p:spPr bwMode="auto">
            <a:xfrm>
              <a:off x="-1068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3" name="Text Box 365"/>
            <p:cNvSpPr txBox="1">
              <a:spLocks noChangeArrowheads="1"/>
            </p:cNvSpPr>
            <p:nvPr/>
          </p:nvSpPr>
          <p:spPr bwMode="auto">
            <a:xfrm>
              <a:off x="-1238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644" name="Line 366"/>
            <p:cNvSpPr>
              <a:spLocks noChangeShapeType="1"/>
            </p:cNvSpPr>
            <p:nvPr/>
          </p:nvSpPr>
          <p:spPr bwMode="auto">
            <a:xfrm>
              <a:off x="-780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5" name="Text Box 367"/>
            <p:cNvSpPr txBox="1">
              <a:spLocks noChangeArrowheads="1"/>
            </p:cNvSpPr>
            <p:nvPr/>
          </p:nvSpPr>
          <p:spPr bwMode="auto">
            <a:xfrm>
              <a:off x="-950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646" name="Line 368"/>
            <p:cNvSpPr>
              <a:spLocks noChangeShapeType="1"/>
            </p:cNvSpPr>
            <p:nvPr/>
          </p:nvSpPr>
          <p:spPr bwMode="auto">
            <a:xfrm>
              <a:off x="-492" y="696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7" name="Text Box 369"/>
            <p:cNvSpPr txBox="1">
              <a:spLocks noChangeArrowheads="1"/>
            </p:cNvSpPr>
            <p:nvPr/>
          </p:nvSpPr>
          <p:spPr bwMode="auto">
            <a:xfrm>
              <a:off x="-662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648" name="Line 370"/>
            <p:cNvSpPr>
              <a:spLocks noChangeShapeType="1"/>
            </p:cNvSpPr>
            <p:nvPr/>
          </p:nvSpPr>
          <p:spPr bwMode="auto">
            <a:xfrm>
              <a:off x="-204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9" name="Text Box 371"/>
            <p:cNvSpPr txBox="1">
              <a:spLocks noChangeArrowheads="1"/>
            </p:cNvSpPr>
            <p:nvPr/>
          </p:nvSpPr>
          <p:spPr bwMode="auto">
            <a:xfrm>
              <a:off x="-374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220" name="Group 372"/>
          <p:cNvGrpSpPr>
            <a:grpSpLocks/>
          </p:cNvGrpSpPr>
          <p:nvPr/>
        </p:nvGrpSpPr>
        <p:grpSpPr bwMode="auto">
          <a:xfrm>
            <a:off x="3354388" y="4533478"/>
            <a:ext cx="5105400" cy="1847850"/>
            <a:chOff x="-3360" y="144"/>
            <a:chExt cx="3216" cy="1164"/>
          </a:xfrm>
        </p:grpSpPr>
        <p:sp>
          <p:nvSpPr>
            <p:cNvPr id="23568" name="Rectangle 373"/>
            <p:cNvSpPr>
              <a:spLocks noChangeArrowheads="1"/>
            </p:cNvSpPr>
            <p:nvPr/>
          </p:nvSpPr>
          <p:spPr bwMode="auto">
            <a:xfrm>
              <a:off x="-308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69" name="Rectangle 374"/>
            <p:cNvSpPr>
              <a:spLocks noChangeArrowheads="1"/>
            </p:cNvSpPr>
            <p:nvPr/>
          </p:nvSpPr>
          <p:spPr bwMode="auto">
            <a:xfrm>
              <a:off x="-279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0" name="Rectangle 375"/>
            <p:cNvSpPr>
              <a:spLocks noChangeArrowheads="1"/>
            </p:cNvSpPr>
            <p:nvPr/>
          </p:nvSpPr>
          <p:spPr bwMode="auto">
            <a:xfrm>
              <a:off x="-250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1" name="Rectangle 376"/>
            <p:cNvSpPr>
              <a:spLocks noChangeArrowheads="1"/>
            </p:cNvSpPr>
            <p:nvPr/>
          </p:nvSpPr>
          <p:spPr bwMode="auto">
            <a:xfrm>
              <a:off x="-221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2" name="Rectangle 377"/>
            <p:cNvSpPr>
              <a:spLocks noChangeArrowheads="1"/>
            </p:cNvSpPr>
            <p:nvPr/>
          </p:nvSpPr>
          <p:spPr bwMode="auto">
            <a:xfrm>
              <a:off x="-193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3" name="Rectangle 378"/>
            <p:cNvSpPr>
              <a:spLocks noChangeArrowheads="1"/>
            </p:cNvSpPr>
            <p:nvPr/>
          </p:nvSpPr>
          <p:spPr bwMode="auto">
            <a:xfrm>
              <a:off x="-164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4" name="Rectangle 379"/>
            <p:cNvSpPr>
              <a:spLocks noChangeArrowheads="1"/>
            </p:cNvSpPr>
            <p:nvPr/>
          </p:nvSpPr>
          <p:spPr bwMode="auto">
            <a:xfrm>
              <a:off x="-135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5" name="Rectangle 380"/>
            <p:cNvSpPr>
              <a:spLocks noChangeArrowheads="1"/>
            </p:cNvSpPr>
            <p:nvPr/>
          </p:nvSpPr>
          <p:spPr bwMode="auto">
            <a:xfrm>
              <a:off x="-49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6" name="Rectangle 381"/>
            <p:cNvSpPr>
              <a:spLocks noChangeArrowheads="1"/>
            </p:cNvSpPr>
            <p:nvPr/>
          </p:nvSpPr>
          <p:spPr bwMode="auto">
            <a:xfrm>
              <a:off x="-106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7" name="Rectangle 382"/>
            <p:cNvSpPr>
              <a:spLocks noChangeArrowheads="1"/>
            </p:cNvSpPr>
            <p:nvPr/>
          </p:nvSpPr>
          <p:spPr bwMode="auto">
            <a:xfrm>
              <a:off x="-77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8" name="Rectangle 383"/>
            <p:cNvSpPr>
              <a:spLocks noChangeArrowheads="1"/>
            </p:cNvSpPr>
            <p:nvPr/>
          </p:nvSpPr>
          <p:spPr bwMode="auto">
            <a:xfrm>
              <a:off x="-308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579" name="Rectangle 384"/>
            <p:cNvSpPr>
              <a:spLocks noChangeArrowheads="1"/>
            </p:cNvSpPr>
            <p:nvPr/>
          </p:nvSpPr>
          <p:spPr bwMode="auto">
            <a:xfrm>
              <a:off x="-279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580" name="Rectangle 385"/>
            <p:cNvSpPr>
              <a:spLocks noChangeArrowheads="1"/>
            </p:cNvSpPr>
            <p:nvPr/>
          </p:nvSpPr>
          <p:spPr bwMode="auto">
            <a:xfrm>
              <a:off x="-250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581" name="Rectangle 386"/>
            <p:cNvSpPr>
              <a:spLocks noChangeArrowheads="1"/>
            </p:cNvSpPr>
            <p:nvPr/>
          </p:nvSpPr>
          <p:spPr bwMode="auto">
            <a:xfrm>
              <a:off x="-221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582" name="Rectangle 387"/>
            <p:cNvSpPr>
              <a:spLocks noChangeArrowheads="1"/>
            </p:cNvSpPr>
            <p:nvPr/>
          </p:nvSpPr>
          <p:spPr bwMode="auto">
            <a:xfrm>
              <a:off x="-193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583" name="Rectangle 388"/>
            <p:cNvSpPr>
              <a:spLocks noChangeArrowheads="1"/>
            </p:cNvSpPr>
            <p:nvPr/>
          </p:nvSpPr>
          <p:spPr bwMode="auto">
            <a:xfrm>
              <a:off x="-164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584" name="Rectangle 389"/>
            <p:cNvSpPr>
              <a:spLocks noChangeArrowheads="1"/>
            </p:cNvSpPr>
            <p:nvPr/>
          </p:nvSpPr>
          <p:spPr bwMode="auto">
            <a:xfrm>
              <a:off x="-135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585" name="Rectangle 390"/>
            <p:cNvSpPr>
              <a:spLocks noChangeArrowheads="1"/>
            </p:cNvSpPr>
            <p:nvPr/>
          </p:nvSpPr>
          <p:spPr bwMode="auto">
            <a:xfrm>
              <a:off x="-49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586" name="Rectangle 391"/>
            <p:cNvSpPr>
              <a:spLocks noChangeArrowheads="1"/>
            </p:cNvSpPr>
            <p:nvPr/>
          </p:nvSpPr>
          <p:spPr bwMode="auto">
            <a:xfrm>
              <a:off x="-106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587" name="Rectangle 392"/>
            <p:cNvSpPr>
              <a:spLocks noChangeArrowheads="1"/>
            </p:cNvSpPr>
            <p:nvPr/>
          </p:nvSpPr>
          <p:spPr bwMode="auto">
            <a:xfrm>
              <a:off x="-77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588" name="Text Box 393"/>
            <p:cNvSpPr txBox="1">
              <a:spLocks noChangeArrowheads="1"/>
            </p:cNvSpPr>
            <p:nvPr/>
          </p:nvSpPr>
          <p:spPr bwMode="auto">
            <a:xfrm>
              <a:off x="-3360" y="70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89" name="Text Box 394"/>
            <p:cNvSpPr txBox="1">
              <a:spLocks noChangeArrowheads="1"/>
            </p:cNvSpPr>
            <p:nvPr/>
          </p:nvSpPr>
          <p:spPr bwMode="auto">
            <a:xfrm>
              <a:off x="-3108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590" name="Line 395"/>
            <p:cNvSpPr>
              <a:spLocks noChangeShapeType="1"/>
            </p:cNvSpPr>
            <p:nvPr/>
          </p:nvSpPr>
          <p:spPr bwMode="auto">
            <a:xfrm>
              <a:off x="-2652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1" name="Text Box 396"/>
            <p:cNvSpPr txBox="1">
              <a:spLocks noChangeArrowheads="1"/>
            </p:cNvSpPr>
            <p:nvPr/>
          </p:nvSpPr>
          <p:spPr bwMode="auto">
            <a:xfrm>
              <a:off x="-2822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592" name="Line 397"/>
            <p:cNvSpPr>
              <a:spLocks noChangeShapeType="1"/>
            </p:cNvSpPr>
            <p:nvPr/>
          </p:nvSpPr>
          <p:spPr bwMode="auto">
            <a:xfrm>
              <a:off x="-2940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3" name="Line 398"/>
            <p:cNvSpPr>
              <a:spLocks noChangeShapeType="1"/>
            </p:cNvSpPr>
            <p:nvPr/>
          </p:nvSpPr>
          <p:spPr bwMode="auto">
            <a:xfrm>
              <a:off x="-2364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4" name="Text Box 399"/>
            <p:cNvSpPr txBox="1">
              <a:spLocks noChangeArrowheads="1"/>
            </p:cNvSpPr>
            <p:nvPr/>
          </p:nvSpPr>
          <p:spPr bwMode="auto">
            <a:xfrm>
              <a:off x="-2534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595" name="Line 400"/>
            <p:cNvSpPr>
              <a:spLocks noChangeShapeType="1"/>
            </p:cNvSpPr>
            <p:nvPr/>
          </p:nvSpPr>
          <p:spPr bwMode="auto">
            <a:xfrm>
              <a:off x="-2076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6" name="Text Box 401"/>
            <p:cNvSpPr txBox="1">
              <a:spLocks noChangeArrowheads="1"/>
            </p:cNvSpPr>
            <p:nvPr/>
          </p:nvSpPr>
          <p:spPr bwMode="auto">
            <a:xfrm>
              <a:off x="-2246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597" name="Line 402"/>
            <p:cNvSpPr>
              <a:spLocks noChangeShapeType="1"/>
            </p:cNvSpPr>
            <p:nvPr/>
          </p:nvSpPr>
          <p:spPr bwMode="auto">
            <a:xfrm>
              <a:off x="-1788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8" name="Text Box 403"/>
            <p:cNvSpPr txBox="1">
              <a:spLocks noChangeArrowheads="1"/>
            </p:cNvSpPr>
            <p:nvPr/>
          </p:nvSpPr>
          <p:spPr bwMode="auto">
            <a:xfrm>
              <a:off x="-1958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599" name="Line 404"/>
            <p:cNvSpPr>
              <a:spLocks noChangeShapeType="1"/>
            </p:cNvSpPr>
            <p:nvPr/>
          </p:nvSpPr>
          <p:spPr bwMode="auto">
            <a:xfrm>
              <a:off x="-1500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0" name="Text Box 405"/>
            <p:cNvSpPr txBox="1">
              <a:spLocks noChangeArrowheads="1"/>
            </p:cNvSpPr>
            <p:nvPr/>
          </p:nvSpPr>
          <p:spPr bwMode="auto">
            <a:xfrm>
              <a:off x="-1670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601" name="Line 406"/>
            <p:cNvSpPr>
              <a:spLocks noChangeShapeType="1"/>
            </p:cNvSpPr>
            <p:nvPr/>
          </p:nvSpPr>
          <p:spPr bwMode="auto">
            <a:xfrm>
              <a:off x="-1212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2" name="Text Box 407"/>
            <p:cNvSpPr txBox="1">
              <a:spLocks noChangeArrowheads="1"/>
            </p:cNvSpPr>
            <p:nvPr/>
          </p:nvSpPr>
          <p:spPr bwMode="auto">
            <a:xfrm>
              <a:off x="-1382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603" name="Line 408"/>
            <p:cNvSpPr>
              <a:spLocks noChangeShapeType="1"/>
            </p:cNvSpPr>
            <p:nvPr/>
          </p:nvSpPr>
          <p:spPr bwMode="auto">
            <a:xfrm>
              <a:off x="-924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4" name="Text Box 409"/>
            <p:cNvSpPr txBox="1">
              <a:spLocks noChangeArrowheads="1"/>
            </p:cNvSpPr>
            <p:nvPr/>
          </p:nvSpPr>
          <p:spPr bwMode="auto">
            <a:xfrm>
              <a:off x="-1094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605" name="Line 410"/>
            <p:cNvSpPr>
              <a:spLocks noChangeShapeType="1"/>
            </p:cNvSpPr>
            <p:nvPr/>
          </p:nvSpPr>
          <p:spPr bwMode="auto">
            <a:xfrm>
              <a:off x="-636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6" name="Text Box 411"/>
            <p:cNvSpPr txBox="1">
              <a:spLocks noChangeArrowheads="1"/>
            </p:cNvSpPr>
            <p:nvPr/>
          </p:nvSpPr>
          <p:spPr bwMode="auto">
            <a:xfrm>
              <a:off x="-806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607" name="Line 412"/>
            <p:cNvSpPr>
              <a:spLocks noChangeShapeType="1"/>
            </p:cNvSpPr>
            <p:nvPr/>
          </p:nvSpPr>
          <p:spPr bwMode="auto">
            <a:xfrm>
              <a:off x="-348" y="4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8" name="Text Box 413"/>
            <p:cNvSpPr txBox="1">
              <a:spLocks noChangeArrowheads="1"/>
            </p:cNvSpPr>
            <p:nvPr/>
          </p:nvSpPr>
          <p:spPr bwMode="auto">
            <a:xfrm>
              <a:off x="-518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sp>
        <p:nvSpPr>
          <p:cNvPr id="415" name="Rectangle 2"/>
          <p:cNvSpPr>
            <a:spLocks noChangeArrowheads="1"/>
          </p:cNvSpPr>
          <p:nvPr/>
        </p:nvSpPr>
        <p:spPr bwMode="auto">
          <a:xfrm>
            <a:off x="1687115" y="275778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F27FE4-9DD7-4407-9232-8238D5012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13" y="2364431"/>
            <a:ext cx="2998787" cy="354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2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6870" y="1534088"/>
            <a:ext cx="7505694" cy="124245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Escriba la función </a:t>
            </a:r>
            <a:r>
              <a:rPr lang="es-MX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imprime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que recibe un arreglo y despliega en pantalla el contenido del arreglo.</a:t>
            </a:r>
            <a:endParaRPr lang="es-ES_tradnl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687115" y="275778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4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304" y="4896006"/>
            <a:ext cx="1874969" cy="1242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9964096-55AF-4A46-848A-F5D0B1AA1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507" y="3417532"/>
            <a:ext cx="4581525" cy="8572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CD66EA1-2063-479B-8A3E-B49068E3F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69" y="3383852"/>
            <a:ext cx="124777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1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4" name="Text Box 4"/>
          <p:cNvSpPr txBox="1">
            <a:spLocks noChangeArrowheads="1"/>
          </p:cNvSpPr>
          <p:nvPr/>
        </p:nvSpPr>
        <p:spPr bwMode="auto">
          <a:xfrm>
            <a:off x="877403" y="1556792"/>
            <a:ext cx="7340352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Integrar todas las funciones </a:t>
            </a:r>
            <a:r>
              <a:rPr lang="es-ES_tradnl" sz="2400" dirty="0"/>
              <a:t>en un solo programa para verificar su funcionamiento</a:t>
            </a:r>
            <a:endParaRPr lang="es-ES" sz="2400" b="1" dirty="0">
              <a:solidFill>
                <a:srgbClr val="0000FF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77403" y="15617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3" name="Imagen 2" descr="Imagen que contiene pequeño, juguete, tabla&#10;&#10;Descripción generada automáticamente">
            <a:extLst>
              <a:ext uri="{FF2B5EF4-FFF2-40B4-BE49-F238E27FC236}">
                <a16:creationId xmlns:a16="http://schemas.microsoft.com/office/drawing/2014/main" id="{316F16D2-23BD-4523-AB74-D7DEBB52F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068960"/>
            <a:ext cx="3227437" cy="292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4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0" y="573405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453976" y="44624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9" name="1 Imagen">
            <a:extLst>
              <a:ext uri="{FF2B5EF4-FFF2-40B4-BE49-F238E27FC236}">
                <a16:creationId xmlns:a16="http://schemas.microsoft.com/office/drawing/2014/main" id="{1704A893-7FBF-4B15-9DA5-934B39E28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4859317"/>
            <a:ext cx="1728192" cy="160386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8E09D56-B99C-4548-B41E-06EB4BF96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59" y="1268760"/>
            <a:ext cx="4404669" cy="466376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DAA4C70-A815-4701-876F-F3FBBA649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6" y="1196752"/>
            <a:ext cx="352425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59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21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10294</TotalTime>
  <Words>1775</Words>
  <Application>Microsoft Office PowerPoint</Application>
  <PresentationFormat>Presentación en pantalla (4:3)</PresentationFormat>
  <Paragraphs>642</Paragraphs>
  <Slides>21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Arial</vt:lpstr>
      <vt:lpstr>Arial,Helvetica</vt:lpstr>
      <vt:lpstr>Calibri</vt:lpstr>
      <vt:lpstr>Dom Casual</vt:lpstr>
      <vt:lpstr>inherit</vt:lpstr>
      <vt:lpstr>Roboto</vt:lpstr>
      <vt:lpstr>Times New Roman</vt:lpstr>
      <vt:lpstr>Tema de Office</vt:lpstr>
      <vt:lpstr>TI 3008 C Analítica de datos y herramientas de inteligencia artificial</vt:lpstr>
      <vt:lpstr>Listas vs arreglos</vt:lpstr>
      <vt:lpstr>Tipos de datos de arreglos en Numpy</vt:lpstr>
      <vt:lpstr>Módulo Numpy</vt:lpstr>
      <vt:lpstr>Objetos: ndarray</vt:lpstr>
      <vt:lpstr>Herramientas para crear vectores</vt:lpstr>
      <vt:lpstr>Manipulación de arreglos</vt:lpstr>
      <vt:lpstr>Agregar  elementos</vt:lpstr>
      <vt:lpstr>Obtener el elemento mínimo y máximo de un arreglo</vt:lpstr>
      <vt:lpstr>Suma de elementos de un arreglo</vt:lpstr>
      <vt:lpstr>Promedio de un arreglo</vt:lpstr>
      <vt:lpstr>Varianza de un arreglo</vt:lpstr>
      <vt:lpstr>Desviación estándar de un arreglo</vt:lpstr>
      <vt:lpstr>Números aleatorios enteros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313</cp:revision>
  <dcterms:created xsi:type="dcterms:W3CDTF">2013-06-24T20:15:42Z</dcterms:created>
  <dcterms:modified xsi:type="dcterms:W3CDTF">2026-08-11T16:25:20Z</dcterms:modified>
</cp:coreProperties>
</file>