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89" r:id="rId2"/>
    <p:sldId id="311" r:id="rId3"/>
    <p:sldId id="312" r:id="rId4"/>
    <p:sldId id="407" r:id="rId5"/>
    <p:sldId id="408" r:id="rId6"/>
    <p:sldId id="409" r:id="rId7"/>
    <p:sldId id="313" r:id="rId8"/>
    <p:sldId id="302" r:id="rId9"/>
    <p:sldId id="316" r:id="rId10"/>
    <p:sldId id="417" r:id="rId11"/>
    <p:sldId id="415" r:id="rId12"/>
    <p:sldId id="411" r:id="rId13"/>
    <p:sldId id="412" r:id="rId14"/>
    <p:sldId id="413" r:id="rId15"/>
    <p:sldId id="282" r:id="rId16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A4063D-488E-4477-8DDB-11805C0E27FE}" v="1" dt="2026-08-11T16:39:24.1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025" autoAdjust="0"/>
  </p:normalViewPr>
  <p:slideViewPr>
    <p:cSldViewPr>
      <p:cViewPr varScale="1">
        <p:scale>
          <a:sx n="117" d="100"/>
          <a:sy n="117" d="100"/>
        </p:scale>
        <p:origin x="143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ethe Pérez Fuertes" userId="4ae9ef87-2a7d-42f8-8dfa-0a501a9e2ff4" providerId="ADAL" clId="{FDDD45CB-1330-4033-A842-3D2746AFF7C7}"/>
    <pc:docChg chg="modSld">
      <pc:chgData name="Lizethe Pérez Fuertes" userId="4ae9ef87-2a7d-42f8-8dfa-0a501a9e2ff4" providerId="ADAL" clId="{FDDD45CB-1330-4033-A842-3D2746AFF7C7}" dt="2026-08-11T16:39:24.112" v="0"/>
      <pc:docMkLst>
        <pc:docMk/>
      </pc:docMkLst>
      <pc:sldChg chg="modSp">
        <pc:chgData name="Lizethe Pérez Fuertes" userId="4ae9ef87-2a7d-42f8-8dfa-0a501a9e2ff4" providerId="ADAL" clId="{FDDD45CB-1330-4033-A842-3D2746AFF7C7}" dt="2026-08-11T16:39:24.112" v="0"/>
        <pc:sldMkLst>
          <pc:docMk/>
          <pc:sldMk cId="2553855534" sldId="289"/>
        </pc:sldMkLst>
        <pc:spChg chg="mod">
          <ac:chgData name="Lizethe Pérez Fuertes" userId="4ae9ef87-2a7d-42f8-8dfa-0a501a9e2ff4" providerId="ADAL" clId="{FDDD45CB-1330-4033-A842-3D2746AFF7C7}" dt="2026-08-11T16:39:24.112" v="0"/>
          <ac:spMkLst>
            <pc:docMk/>
            <pc:sldMk cId="2553855534" sldId="289"/>
            <ac:spMk id="8" creationId="{024DF2E8-2018-4ED1-AEE2-3CDDE9EA976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50521A-C27A-4838-9C91-787748A77EFD}" type="datetimeFigureOut">
              <a:rPr lang="es-MX" smtClean="0"/>
              <a:t>11/08/2026</a:t>
            </a:fld>
            <a:endParaRPr lang="es-MX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86F7B6-0F9C-4FDA-A996-02822F50260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47067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6F7B6-0F9C-4FDA-A996-02822F50260C}" type="slidenum">
              <a:rPr lang="es-MX" smtClean="0"/>
              <a:t>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602727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7662DF-BC41-459C-91F2-8BDB7DA00AEC}" type="slidenum">
              <a:rPr lang="es-MX" smtClean="0"/>
              <a:t>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946384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6F7B6-0F9C-4FDA-A996-02822F50260C}" type="slidenum">
              <a:rPr lang="es-MX" smtClean="0"/>
              <a:t>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14507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6F7B6-0F9C-4FDA-A996-02822F50260C}" type="slidenum">
              <a:rPr lang="es-MX" smtClean="0"/>
              <a:t>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803383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7662DF-BC41-459C-91F2-8BDB7DA00AEC}" type="slidenum">
              <a:rPr lang="es-MX" smtClean="0"/>
              <a:t>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014973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6F7B6-0F9C-4FDA-A996-02822F50260C}" type="slidenum">
              <a:rPr lang="es-MX" smtClean="0"/>
              <a:t>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342147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6F7B6-0F9C-4FDA-A996-02822F50260C}" type="slidenum">
              <a:rPr lang="es-MX" smtClean="0"/>
              <a:t>10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29477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7662DF-BC41-459C-91F2-8BDB7DA00AEC}" type="slidenum">
              <a:rPr lang="es-MX" smtClean="0"/>
              <a:t>11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357717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6F7B6-0F9C-4FDA-A996-02822F50260C}" type="slidenum">
              <a:rPr lang="es-MX" smtClean="0"/>
              <a:t>12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036510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7662DF-BC41-459C-91F2-8BDB7DA00AEC}" type="slidenum">
              <a:rPr lang="es-MX" smtClean="0"/>
              <a:t>13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6327171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6F7B6-0F9C-4FDA-A996-02822F50260C}" type="slidenum">
              <a:rPr lang="es-MX" smtClean="0"/>
              <a:t>14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10262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C5239-EFEC-4EF5-AB4E-B8ED16D8832D}" type="datetimeFigureOut">
              <a:rPr lang="es-MX" smtClean="0"/>
              <a:t>11/08/2026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9F616-ED23-4D9A-B9F6-192A5A083F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170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C5239-EFEC-4EF5-AB4E-B8ED16D8832D}" type="datetimeFigureOut">
              <a:rPr lang="es-MX" smtClean="0"/>
              <a:t>11/08/2026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9F616-ED23-4D9A-B9F6-192A5A083F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67133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C5239-EFEC-4EF5-AB4E-B8ED16D8832D}" type="datetimeFigureOut">
              <a:rPr lang="es-MX" smtClean="0"/>
              <a:t>11/08/2026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9F616-ED23-4D9A-B9F6-192A5A083F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61664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C5239-EFEC-4EF5-AB4E-B8ED16D8832D}" type="datetimeFigureOut">
              <a:rPr lang="es-MX" smtClean="0"/>
              <a:t>11/08/2026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9F616-ED23-4D9A-B9F6-192A5A083F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05724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C5239-EFEC-4EF5-AB4E-B8ED16D8832D}" type="datetimeFigureOut">
              <a:rPr lang="es-MX" smtClean="0"/>
              <a:t>11/08/2026</a:t>
            </a:fld>
            <a:endParaRPr lang="es-MX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9F616-ED23-4D9A-B9F6-192A5A083F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92860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C5239-EFEC-4EF5-AB4E-B8ED16D8832D}" type="datetimeFigureOut">
              <a:rPr lang="es-MX" smtClean="0"/>
              <a:t>11/08/2026</a:t>
            </a:fld>
            <a:endParaRPr lang="es-MX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9F616-ED23-4D9A-B9F6-192A5A083F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96336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C5239-EFEC-4EF5-AB4E-B8ED16D8832D}" type="datetimeFigureOut">
              <a:rPr lang="es-MX" smtClean="0"/>
              <a:t>11/08/2026</a:t>
            </a:fld>
            <a:endParaRPr lang="es-MX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9F616-ED23-4D9A-B9F6-192A5A083F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12514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C5239-EFEC-4EF5-AB4E-B8ED16D8832D}" type="datetimeFigureOut">
              <a:rPr lang="es-MX" smtClean="0"/>
              <a:t>11/08/2026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9F616-ED23-4D9A-B9F6-192A5A083F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84223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C5239-EFEC-4EF5-AB4E-B8ED16D8832D}" type="datetimeFigureOut">
              <a:rPr lang="es-MX" smtClean="0"/>
              <a:t>11/08/2026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9F616-ED23-4D9A-B9F6-192A5A083F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89296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C5239-EFEC-4EF5-AB4E-B8ED16D8832D}" type="datetimeFigureOut">
              <a:rPr lang="es-MX" smtClean="0"/>
              <a:t>11/08/2026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9F616-ED23-4D9A-B9F6-192A5A083F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8207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C5239-EFEC-4EF5-AB4E-B8ED16D8832D}" type="datetimeFigureOut">
              <a:rPr lang="es-MX" smtClean="0"/>
              <a:t>11/08/2026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9F616-ED23-4D9A-B9F6-192A5A083F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665847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5400"/>
            <a:fld id="{81D60167-4931-47E6-BA6A-407CBD079E47}" type="slidenum">
              <a:rPr lang="es-MX" spc="-10" smtClean="0">
                <a:solidFill>
                  <a:srgbClr val="18BAD4"/>
                </a:solidFill>
                <a:cs typeface="Calibri"/>
              </a:rPr>
              <a:pPr marL="25400"/>
              <a:t>‹Nº›</a:t>
            </a:fld>
            <a:endParaRPr lang="es-MX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30494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C5239-EFEC-4EF5-AB4E-B8ED16D8832D}" type="datetimeFigureOut">
              <a:rPr lang="es-MX" smtClean="0"/>
              <a:t>11/08/2026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D9F616-ED23-4D9A-B9F6-192A5A083F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72019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41A585A2-4B80-479F-964A-0052A3859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5576" y="1772816"/>
            <a:ext cx="6728792" cy="1281282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</a:rPr>
              <a:t>For</a:t>
            </a:r>
            <a:endParaRPr lang="es-MX" b="1" dirty="0">
              <a:solidFill>
                <a:schemeClr val="accent4">
                  <a:lumMod val="50000"/>
                </a:schemeClr>
              </a:solidFill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MX" sz="2000" dirty="0">
                <a:solidFill>
                  <a:schemeClr val="accent4">
                    <a:lumMod val="50000"/>
                  </a:schemeClr>
                </a:solidFill>
              </a:rPr>
              <a:t>Tecnológico de Monterrey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4685071-5237-48F1-9897-BB7AF1E3FF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8777" y="3011969"/>
            <a:ext cx="3206446" cy="3221291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024DF2E8-2018-4ED1-AEE2-3CDDE9EA9766}"/>
              </a:ext>
            </a:extLst>
          </p:cNvPr>
          <p:cNvSpPr txBox="1">
            <a:spLocks/>
          </p:cNvSpPr>
          <p:nvPr/>
        </p:nvSpPr>
        <p:spPr>
          <a:xfrm>
            <a:off x="611560" y="332656"/>
            <a:ext cx="7992888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s-MX" sz="3200">
                <a:solidFill>
                  <a:schemeClr val="bg2">
                    <a:lumMod val="50000"/>
                  </a:schemeClr>
                </a:solidFill>
              </a:rPr>
              <a:t>TI 3008 C</a:t>
            </a:r>
            <a:br>
              <a:rPr lang="es-MX" sz="3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Analítica de datos y herramientas de inteligencia artificial</a:t>
            </a:r>
          </a:p>
        </p:txBody>
      </p:sp>
    </p:spTree>
    <p:extLst>
      <p:ext uri="{BB962C8B-B14F-4D97-AF65-F5344CB8AC3E}">
        <p14:creationId xmlns:p14="http://schemas.microsoft.com/office/powerpoint/2010/main" val="255385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1418" y="3861048"/>
            <a:ext cx="2451022" cy="2684910"/>
          </a:xfrm>
          <a:prstGeom prst="rect">
            <a:avLst/>
          </a:prstGeom>
        </p:spPr>
      </p:pic>
      <p:sp>
        <p:nvSpPr>
          <p:cNvPr id="399362" name="Rectangle 2"/>
          <p:cNvSpPr>
            <a:spLocks noGrp="1" noChangeArrowheads="1"/>
          </p:cNvSpPr>
          <p:nvPr>
            <p:ph type="title"/>
          </p:nvPr>
        </p:nvSpPr>
        <p:spPr>
          <a:xfrm>
            <a:off x="3491880" y="201547"/>
            <a:ext cx="1874837" cy="1143001"/>
          </a:xfrm>
        </p:spPr>
        <p:txBody>
          <a:bodyPr/>
          <a:lstStyle/>
          <a:p>
            <a:pPr algn="ctr" eaLnBrk="1" hangingPunct="1">
              <a:defRPr/>
            </a:pPr>
            <a:r>
              <a:rPr lang="es-ES_tradnl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FOR</a:t>
            </a:r>
          </a:p>
        </p:txBody>
      </p:sp>
      <p:sp>
        <p:nvSpPr>
          <p:cNvPr id="399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584" y="1376772"/>
            <a:ext cx="7272808" cy="2664296"/>
          </a:xfrm>
        </p:spPr>
        <p:txBody>
          <a:bodyPr>
            <a:noAutofit/>
          </a:bodyPr>
          <a:lstStyle/>
          <a:p>
            <a:pPr algn="ctr" eaLnBrk="1" hangingPunct="1">
              <a:lnSpc>
                <a:spcPct val="150000"/>
              </a:lnSpc>
              <a:buFontTx/>
              <a:buNone/>
              <a:defRPr/>
            </a:pPr>
            <a:r>
              <a:rPr lang="es-ES_tradnl" sz="2800" dirty="0">
                <a:solidFill>
                  <a:schemeClr val="bg2">
                    <a:lumMod val="25000"/>
                  </a:schemeClr>
                </a:solidFill>
                <a:cs typeface="Arial" pitchFamily="34" charset="0"/>
              </a:rPr>
              <a:t>Cuando se ejecuta una sentencia simple o compuesta, repetidamente un </a:t>
            </a:r>
            <a:r>
              <a:rPr lang="es-ES_tradnl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Arial" pitchFamily="34" charset="0"/>
              </a:rPr>
              <a:t>número de veces conocido</a:t>
            </a:r>
            <a:r>
              <a:rPr lang="es-ES_tradnl" sz="2800" dirty="0">
                <a:solidFill>
                  <a:schemeClr val="bg2">
                    <a:lumMod val="25000"/>
                  </a:schemeClr>
                </a:solidFill>
                <a:cs typeface="Arial" pitchFamily="34" charset="0"/>
              </a:rPr>
              <a:t>, la construcción adecuada es mediante el ciclo </a:t>
            </a:r>
            <a:r>
              <a:rPr lang="es-ES_tradnl" sz="2800" b="1" dirty="0" err="1">
                <a:solidFill>
                  <a:srgbClr val="00CC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Arial" pitchFamily="34" charset="0"/>
              </a:rPr>
              <a:t>for</a:t>
            </a:r>
            <a:r>
              <a:rPr lang="es-ES_tradnl" sz="2800" dirty="0">
                <a:solidFill>
                  <a:schemeClr val="bg2">
                    <a:lumMod val="25000"/>
                  </a:schemeClr>
                </a:solidFill>
                <a:cs typeface="Arial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21119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827584" y="1196752"/>
            <a:ext cx="7344816" cy="3600400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  <a:spcBef>
                <a:spcPct val="60000"/>
              </a:spcBef>
            </a:pPr>
            <a:r>
              <a:rPr lang="es-ES_tradnl" sz="2800" dirty="0">
                <a:solidFill>
                  <a:schemeClr val="bg2">
                    <a:lumMod val="25000"/>
                  </a:schemeClr>
                </a:solidFill>
                <a:cs typeface="Arial" pitchFamily="34" charset="0"/>
              </a:rPr>
              <a:t>La estructura </a:t>
            </a:r>
            <a:r>
              <a:rPr lang="es-ES_tradnl" sz="2800" b="1" dirty="0" err="1">
                <a:solidFill>
                  <a:srgbClr val="0070C0"/>
                </a:solidFill>
                <a:cs typeface="Arial" pitchFamily="34" charset="0"/>
              </a:rPr>
              <a:t>for</a:t>
            </a:r>
            <a:r>
              <a:rPr lang="es-ES_tradnl" sz="2800" dirty="0">
                <a:solidFill>
                  <a:schemeClr val="bg2">
                    <a:lumMod val="25000"/>
                  </a:schemeClr>
                </a:solidFill>
                <a:cs typeface="Arial" pitchFamily="34" charset="0"/>
              </a:rPr>
              <a:t>, es una estructura de ciclo en donde el control de la repetición está definido precisamente sobre una variable </a:t>
            </a:r>
            <a:r>
              <a:rPr lang="es-ES_tradnl" sz="2800" b="1" dirty="0">
                <a:solidFill>
                  <a:srgbClr val="FF0000"/>
                </a:solidFill>
                <a:cs typeface="Arial" pitchFamily="34" charset="0"/>
              </a:rPr>
              <a:t>contador</a:t>
            </a:r>
            <a:r>
              <a:rPr lang="es-ES_tradnl" sz="2800" dirty="0">
                <a:solidFill>
                  <a:schemeClr val="bg2">
                    <a:lumMod val="25000"/>
                  </a:schemeClr>
                </a:solidFill>
                <a:cs typeface="Arial" pitchFamily="34" charset="0"/>
              </a:rPr>
              <a:t>. </a:t>
            </a:r>
          </a:p>
          <a:p>
            <a:pPr algn="just" eaLnBrk="1" hangingPunct="1">
              <a:lnSpc>
                <a:spcPct val="120000"/>
              </a:lnSpc>
              <a:spcBef>
                <a:spcPct val="60000"/>
              </a:spcBef>
            </a:pPr>
            <a:r>
              <a:rPr lang="es-ES_tradnl" sz="2800" dirty="0">
                <a:solidFill>
                  <a:schemeClr val="bg2">
                    <a:lumMod val="25000"/>
                  </a:schemeClr>
                </a:solidFill>
                <a:cs typeface="Arial" pitchFamily="34" charset="0"/>
              </a:rPr>
              <a:t>El ciclo </a:t>
            </a:r>
            <a:r>
              <a:rPr lang="es-ES_tradnl" sz="2800" b="1" dirty="0" err="1">
                <a:solidFill>
                  <a:srgbClr val="0070C0"/>
                </a:solidFill>
                <a:cs typeface="Arial" pitchFamily="34" charset="0"/>
              </a:rPr>
              <a:t>for</a:t>
            </a:r>
            <a:r>
              <a:rPr lang="es-ES_tradnl" sz="2800" b="1" dirty="0">
                <a:solidFill>
                  <a:schemeClr val="bg2">
                    <a:lumMod val="25000"/>
                  </a:schemeClr>
                </a:solidFill>
                <a:cs typeface="Arial" pitchFamily="34" charset="0"/>
              </a:rPr>
              <a:t> </a:t>
            </a:r>
            <a:r>
              <a:rPr lang="es-ES_tradnl" sz="2800" dirty="0">
                <a:solidFill>
                  <a:schemeClr val="bg2">
                    <a:lumMod val="25000"/>
                  </a:schemeClr>
                </a:solidFill>
                <a:cs typeface="Arial" pitchFamily="34" charset="0"/>
              </a:rPr>
              <a:t>nos permite </a:t>
            </a:r>
            <a:r>
              <a:rPr lang="es-ES_tradnl" sz="2800" b="1" dirty="0">
                <a:solidFill>
                  <a:schemeClr val="accent6">
                    <a:lumMod val="75000"/>
                  </a:schemeClr>
                </a:solidFill>
                <a:cs typeface="Arial" pitchFamily="34" charset="0"/>
              </a:rPr>
              <a:t>encapsular</a:t>
            </a:r>
            <a:r>
              <a:rPr lang="es-ES_tradnl" sz="2800" dirty="0">
                <a:solidFill>
                  <a:schemeClr val="bg2">
                    <a:lumMod val="25000"/>
                  </a:schemeClr>
                </a:solidFill>
                <a:cs typeface="Arial" pitchFamily="34" charset="0"/>
              </a:rPr>
              <a:t> en una sola instrucción todo el código de la variable </a:t>
            </a:r>
            <a:r>
              <a:rPr lang="es-ES_tradnl" sz="2800" b="1" dirty="0">
                <a:solidFill>
                  <a:srgbClr val="FF0000"/>
                </a:solidFill>
                <a:cs typeface="Arial" pitchFamily="34" charset="0"/>
              </a:rPr>
              <a:t>contador</a:t>
            </a:r>
            <a:r>
              <a:rPr lang="es-ES_tradnl" sz="2800" dirty="0">
                <a:solidFill>
                  <a:schemeClr val="bg2">
                    <a:lumMod val="25000"/>
                  </a:schemeClr>
                </a:solidFill>
                <a:cs typeface="Arial" pitchFamily="34" charset="0"/>
              </a:rPr>
              <a:t>. </a:t>
            </a:r>
          </a:p>
        </p:txBody>
      </p:sp>
      <p:sp>
        <p:nvSpPr>
          <p:cNvPr id="400389" name="Rectangle 5"/>
          <p:cNvSpPr>
            <a:spLocks noGrp="1" noChangeArrowheads="1"/>
          </p:cNvSpPr>
          <p:nvPr>
            <p:ph type="title"/>
          </p:nvPr>
        </p:nvSpPr>
        <p:spPr>
          <a:xfrm>
            <a:off x="3635896" y="-27384"/>
            <a:ext cx="1874837" cy="1143001"/>
          </a:xfrm>
        </p:spPr>
        <p:txBody>
          <a:bodyPr/>
          <a:lstStyle/>
          <a:p>
            <a:pPr algn="ctr" eaLnBrk="1" hangingPunct="1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/>
              </a:rPr>
              <a:t>FOR</a:t>
            </a:r>
          </a:p>
        </p:txBody>
      </p:sp>
      <p:pic>
        <p:nvPicPr>
          <p:cNvPr id="9" name="Imagen 8" descr="Imagen que contiene globo, lámpara&#10;&#10;Descripción generada automáticamente">
            <a:extLst>
              <a:ext uri="{FF2B5EF4-FFF2-40B4-BE49-F238E27FC236}">
                <a16:creationId xmlns:a16="http://schemas.microsoft.com/office/drawing/2014/main" id="{203A38A8-0875-4AE9-847B-FBB8190C19E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5976" y="3978748"/>
            <a:ext cx="3938024" cy="3364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583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473536"/>
            <a:ext cx="7239000" cy="1143001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s-ES_tradnl" sz="49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Estructura del </a:t>
            </a:r>
            <a:r>
              <a:rPr lang="es-ES_tradnl" sz="49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for</a:t>
            </a:r>
            <a:b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</a:br>
            <a:r>
              <a:rPr lang="es-ES_tradnl" sz="40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for</a:t>
            </a:r>
            <a:r>
              <a:rPr lang="es-ES_tradnl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(</a:t>
            </a:r>
            <a:r>
              <a:rPr lang="es-ES_tradnl" sz="40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max_value</a:t>
            </a:r>
            <a:r>
              <a:rPr lang="es-ES_tradnl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)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59632" y="2008962"/>
            <a:ext cx="7238999" cy="1668867"/>
          </a:xfrm>
        </p:spPr>
        <p:txBody>
          <a:bodyPr>
            <a:noAutofit/>
          </a:bodyPr>
          <a:lstStyle/>
          <a:p>
            <a:pPr marL="0" indent="0" algn="just">
              <a:lnSpc>
                <a:spcPct val="17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ES" sz="2200" dirty="0">
                <a:solidFill>
                  <a:schemeClr val="bg2">
                    <a:lumMod val="25000"/>
                  </a:schemeClr>
                </a:solidFill>
              </a:rPr>
              <a:t>El </a:t>
            </a:r>
            <a:r>
              <a:rPr lang="es-ES" sz="2200" b="1" dirty="0" err="1">
                <a:solidFill>
                  <a:schemeClr val="accent6">
                    <a:lumMod val="75000"/>
                  </a:schemeClr>
                </a:solidFill>
              </a:rPr>
              <a:t>range</a:t>
            </a:r>
            <a:r>
              <a:rPr lang="es-ES" sz="2200" b="1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es-ES" sz="2200" b="1" dirty="0" err="1">
                <a:solidFill>
                  <a:schemeClr val="accent6">
                    <a:lumMod val="75000"/>
                  </a:schemeClr>
                </a:solidFill>
              </a:rPr>
              <a:t>max_value</a:t>
            </a:r>
            <a:r>
              <a:rPr lang="es-ES" sz="2200" b="1" dirty="0">
                <a:solidFill>
                  <a:schemeClr val="accent6">
                    <a:lumMod val="75000"/>
                  </a:schemeClr>
                </a:solidFill>
              </a:rPr>
              <a:t>) </a:t>
            </a:r>
            <a:r>
              <a:rPr lang="es-ES" sz="2200" dirty="0">
                <a:solidFill>
                  <a:schemeClr val="bg2">
                    <a:lumMod val="25000"/>
                  </a:schemeClr>
                </a:solidFill>
              </a:rPr>
              <a:t>genera una secuencia con números: </a:t>
            </a:r>
          </a:p>
          <a:p>
            <a:pPr marL="0" indent="0" algn="just">
              <a:lnSpc>
                <a:spcPct val="17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ES" sz="2200" b="1" dirty="0">
                <a:solidFill>
                  <a:schemeClr val="accent6">
                    <a:lumMod val="75000"/>
                  </a:schemeClr>
                </a:solidFill>
              </a:rPr>
              <a:t>0 , 1 , ... , </a:t>
            </a:r>
            <a:r>
              <a:rPr lang="es-ES" sz="2200" b="1" dirty="0" err="1">
                <a:solidFill>
                  <a:schemeClr val="accent6">
                    <a:lumMod val="75000"/>
                  </a:schemeClr>
                </a:solidFill>
              </a:rPr>
              <a:t>max_value</a:t>
            </a:r>
            <a:r>
              <a:rPr lang="es-ES" sz="2200" b="1" dirty="0">
                <a:solidFill>
                  <a:schemeClr val="accent6">
                    <a:lumMod val="75000"/>
                  </a:schemeClr>
                </a:solidFill>
              </a:rPr>
              <a:t> – 1</a:t>
            </a:r>
            <a:r>
              <a:rPr lang="es-ES" sz="2200" dirty="0">
                <a:solidFill>
                  <a:schemeClr val="bg2">
                    <a:lumMod val="25000"/>
                  </a:schemeClr>
                </a:solidFill>
              </a:rPr>
              <a:t>. El último número no está incluido. </a:t>
            </a:r>
            <a:endParaRPr lang="es-ES_tradnl" sz="2200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3" name="Imagen 2" descr="Imagen que contiene globo, lámpara&#10;&#10;Descripción generada automáticamente">
            <a:extLst>
              <a:ext uri="{FF2B5EF4-FFF2-40B4-BE49-F238E27FC236}">
                <a16:creationId xmlns:a16="http://schemas.microsoft.com/office/drawing/2014/main" id="{C41043D5-FA3A-49D4-8CB3-6DC6B098226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9409" y="3989666"/>
            <a:ext cx="2133786" cy="1823297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8CB516CA-BFCA-45D9-B146-6CE795A4C79E}"/>
              </a:ext>
            </a:extLst>
          </p:cNvPr>
          <p:cNvSpPr/>
          <p:nvPr/>
        </p:nvSpPr>
        <p:spPr>
          <a:xfrm>
            <a:off x="1835696" y="3989666"/>
            <a:ext cx="4683713" cy="1143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_tradnl" sz="2400" b="1" dirty="0" err="1">
                <a:solidFill>
                  <a:srgbClr val="0070C0"/>
                </a:solidFill>
              </a:rPr>
              <a:t>for</a:t>
            </a:r>
            <a:r>
              <a:rPr lang="es-ES_tradnl" sz="2400" b="1" dirty="0">
                <a:solidFill>
                  <a:srgbClr val="0070C0"/>
                </a:solidFill>
              </a:rPr>
              <a:t> </a:t>
            </a:r>
            <a:r>
              <a:rPr lang="es-ES_tradnl" sz="2400" b="1" dirty="0">
                <a:solidFill>
                  <a:srgbClr val="FF3300"/>
                </a:solidFill>
              </a:rPr>
              <a:t>contador </a:t>
            </a:r>
            <a:r>
              <a:rPr lang="es-ES_tradnl" sz="2400" b="1" dirty="0">
                <a:solidFill>
                  <a:srgbClr val="00B050"/>
                </a:solidFill>
              </a:rPr>
              <a:t>in </a:t>
            </a:r>
            <a:r>
              <a:rPr lang="es-ES_tradnl" sz="2400" b="1" dirty="0" err="1">
                <a:solidFill>
                  <a:srgbClr val="00B050"/>
                </a:solidFill>
              </a:rPr>
              <a:t>range</a:t>
            </a:r>
            <a:r>
              <a:rPr lang="es-ES_tradnl" sz="2400" b="1" dirty="0">
                <a:solidFill>
                  <a:srgbClr val="00B050"/>
                </a:solidFill>
              </a:rPr>
              <a:t> </a:t>
            </a:r>
            <a:r>
              <a:rPr lang="es-ES_tradnl" sz="2400" b="1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es-ES_tradnl" sz="2400" b="1" dirty="0" err="1">
                <a:solidFill>
                  <a:schemeClr val="accent6">
                    <a:lumMod val="75000"/>
                  </a:schemeClr>
                </a:solidFill>
              </a:rPr>
              <a:t>max_value</a:t>
            </a:r>
            <a:r>
              <a:rPr lang="es-ES_tradnl" sz="2400" b="1" dirty="0">
                <a:solidFill>
                  <a:schemeClr val="accent6">
                    <a:lumMod val="75000"/>
                  </a:schemeClr>
                </a:solidFill>
              </a:rPr>
              <a:t>): </a:t>
            </a:r>
          </a:p>
          <a:p>
            <a:pPr>
              <a:lnSpc>
                <a:spcPct val="150000"/>
              </a:lnSpc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</a:rPr>
              <a:t>       instrucciones</a:t>
            </a:r>
            <a:endParaRPr lang="es-ES_tradnl" sz="2400" b="1" dirty="0"/>
          </a:p>
        </p:txBody>
      </p:sp>
    </p:spTree>
    <p:extLst>
      <p:ext uri="{BB962C8B-B14F-4D97-AF65-F5344CB8AC3E}">
        <p14:creationId xmlns:p14="http://schemas.microsoft.com/office/powerpoint/2010/main" val="2191956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60525"/>
            <a:ext cx="940308" cy="8961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420623" y="2533650"/>
            <a:ext cx="2065020" cy="17891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-4572" y="3987546"/>
            <a:ext cx="1778508" cy="204825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762000" y="1735074"/>
            <a:ext cx="819912" cy="710184"/>
          </a:xfrm>
          <a:custGeom>
            <a:avLst/>
            <a:gdLst/>
            <a:ahLst/>
            <a:cxnLst/>
            <a:rect l="l" t="t" r="r" b="b"/>
            <a:pathLst>
              <a:path w="819912" h="710184">
                <a:moveTo>
                  <a:pt x="0" y="355091"/>
                </a:moveTo>
                <a:lnTo>
                  <a:pt x="203657" y="710184"/>
                </a:lnTo>
                <a:lnTo>
                  <a:pt x="616204" y="710184"/>
                </a:lnTo>
                <a:lnTo>
                  <a:pt x="819912" y="355091"/>
                </a:lnTo>
                <a:lnTo>
                  <a:pt x="616204" y="0"/>
                </a:lnTo>
                <a:lnTo>
                  <a:pt x="203657" y="0"/>
                </a:lnTo>
                <a:lnTo>
                  <a:pt x="0" y="355091"/>
                </a:lnTo>
                <a:close/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996721" y="2050541"/>
            <a:ext cx="82270" cy="184404"/>
          </a:xfrm>
          <a:custGeom>
            <a:avLst/>
            <a:gdLst/>
            <a:ahLst/>
            <a:cxnLst/>
            <a:rect l="l" t="t" r="r" b="b"/>
            <a:pathLst>
              <a:path w="82270" h="184404">
                <a:moveTo>
                  <a:pt x="82270" y="0"/>
                </a:moveTo>
                <a:lnTo>
                  <a:pt x="0" y="0"/>
                </a:lnTo>
                <a:lnTo>
                  <a:pt x="0" y="184404"/>
                </a:lnTo>
                <a:lnTo>
                  <a:pt x="82270" y="184404"/>
                </a:lnTo>
                <a:lnTo>
                  <a:pt x="82270" y="50546"/>
                </a:lnTo>
                <a:lnTo>
                  <a:pt x="50571" y="50546"/>
                </a:lnTo>
                <a:lnTo>
                  <a:pt x="47510" y="50037"/>
                </a:lnTo>
                <a:lnTo>
                  <a:pt x="35750" y="35813"/>
                </a:lnTo>
                <a:lnTo>
                  <a:pt x="36283" y="32766"/>
                </a:lnTo>
                <a:lnTo>
                  <a:pt x="50571" y="20955"/>
                </a:lnTo>
                <a:lnTo>
                  <a:pt x="82270" y="20955"/>
                </a:lnTo>
                <a:lnTo>
                  <a:pt x="82270" y="0"/>
                </a:lnTo>
                <a:close/>
              </a:path>
              <a:path w="82270" h="184404">
                <a:moveTo>
                  <a:pt x="82270" y="20955"/>
                </a:moveTo>
                <a:lnTo>
                  <a:pt x="50571" y="20955"/>
                </a:lnTo>
                <a:lnTo>
                  <a:pt x="53644" y="21462"/>
                </a:lnTo>
                <a:lnTo>
                  <a:pt x="58750" y="23495"/>
                </a:lnTo>
                <a:lnTo>
                  <a:pt x="62852" y="27559"/>
                </a:lnTo>
                <a:lnTo>
                  <a:pt x="64376" y="30099"/>
                </a:lnTo>
                <a:lnTo>
                  <a:pt x="64884" y="32766"/>
                </a:lnTo>
                <a:lnTo>
                  <a:pt x="65405" y="35813"/>
                </a:lnTo>
                <a:lnTo>
                  <a:pt x="64884" y="38862"/>
                </a:lnTo>
                <a:lnTo>
                  <a:pt x="50571" y="50546"/>
                </a:lnTo>
                <a:lnTo>
                  <a:pt x="82270" y="50546"/>
                </a:lnTo>
                <a:lnTo>
                  <a:pt x="82270" y="20955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1091209" y="1928622"/>
            <a:ext cx="256006" cy="324612"/>
          </a:xfrm>
          <a:custGeom>
            <a:avLst/>
            <a:gdLst/>
            <a:ahLst/>
            <a:cxnLst/>
            <a:rect l="l" t="t" r="r" b="b"/>
            <a:pathLst>
              <a:path w="256006" h="324612">
                <a:moveTo>
                  <a:pt x="131800" y="0"/>
                </a:moveTo>
                <a:lnTo>
                  <a:pt x="103822" y="30606"/>
                </a:lnTo>
                <a:lnTo>
                  <a:pt x="99758" y="42417"/>
                </a:lnTo>
                <a:lnTo>
                  <a:pt x="80911" y="82168"/>
                </a:lnTo>
                <a:lnTo>
                  <a:pt x="76327" y="86740"/>
                </a:lnTo>
                <a:lnTo>
                  <a:pt x="69202" y="93979"/>
                </a:lnTo>
                <a:lnTo>
                  <a:pt x="52400" y="109727"/>
                </a:lnTo>
                <a:lnTo>
                  <a:pt x="30022" y="130175"/>
                </a:lnTo>
                <a:lnTo>
                  <a:pt x="0" y="130175"/>
                </a:lnTo>
                <a:lnTo>
                  <a:pt x="0" y="280669"/>
                </a:lnTo>
                <a:lnTo>
                  <a:pt x="31546" y="280669"/>
                </a:lnTo>
                <a:lnTo>
                  <a:pt x="41732" y="285876"/>
                </a:lnTo>
                <a:lnTo>
                  <a:pt x="55968" y="291973"/>
                </a:lnTo>
                <a:lnTo>
                  <a:pt x="94665" y="306704"/>
                </a:lnTo>
                <a:lnTo>
                  <a:pt x="138925" y="319024"/>
                </a:lnTo>
                <a:lnTo>
                  <a:pt x="149618" y="321563"/>
                </a:lnTo>
                <a:lnTo>
                  <a:pt x="160312" y="323088"/>
                </a:lnTo>
                <a:lnTo>
                  <a:pt x="169976" y="324103"/>
                </a:lnTo>
                <a:lnTo>
                  <a:pt x="179679" y="324612"/>
                </a:lnTo>
                <a:lnTo>
                  <a:pt x="195935" y="324612"/>
                </a:lnTo>
                <a:lnTo>
                  <a:pt x="232638" y="310768"/>
                </a:lnTo>
                <a:lnTo>
                  <a:pt x="234162" y="296037"/>
                </a:lnTo>
                <a:lnTo>
                  <a:pt x="233654" y="292480"/>
                </a:lnTo>
                <a:lnTo>
                  <a:pt x="232638" y="289432"/>
                </a:lnTo>
                <a:lnTo>
                  <a:pt x="230479" y="286385"/>
                </a:lnTo>
                <a:lnTo>
                  <a:pt x="227558" y="283717"/>
                </a:lnTo>
                <a:lnTo>
                  <a:pt x="230098" y="283337"/>
                </a:lnTo>
                <a:lnTo>
                  <a:pt x="232638" y="282193"/>
                </a:lnTo>
                <a:lnTo>
                  <a:pt x="235178" y="281177"/>
                </a:lnTo>
                <a:lnTo>
                  <a:pt x="237210" y="279145"/>
                </a:lnTo>
                <a:lnTo>
                  <a:pt x="243306" y="250570"/>
                </a:lnTo>
                <a:lnTo>
                  <a:pt x="243306" y="245999"/>
                </a:lnTo>
                <a:lnTo>
                  <a:pt x="242798" y="243458"/>
                </a:lnTo>
                <a:lnTo>
                  <a:pt x="241782" y="241426"/>
                </a:lnTo>
                <a:lnTo>
                  <a:pt x="239242" y="237870"/>
                </a:lnTo>
                <a:lnTo>
                  <a:pt x="236194" y="234823"/>
                </a:lnTo>
                <a:lnTo>
                  <a:pt x="238734" y="234314"/>
                </a:lnTo>
                <a:lnTo>
                  <a:pt x="250418" y="202056"/>
                </a:lnTo>
                <a:lnTo>
                  <a:pt x="250418" y="196976"/>
                </a:lnTo>
                <a:lnTo>
                  <a:pt x="249910" y="194437"/>
                </a:lnTo>
                <a:lnTo>
                  <a:pt x="247878" y="190373"/>
                </a:lnTo>
                <a:lnTo>
                  <a:pt x="244830" y="187325"/>
                </a:lnTo>
                <a:lnTo>
                  <a:pt x="242798" y="185800"/>
                </a:lnTo>
                <a:lnTo>
                  <a:pt x="244830" y="185292"/>
                </a:lnTo>
                <a:lnTo>
                  <a:pt x="256006" y="153162"/>
                </a:lnTo>
                <a:lnTo>
                  <a:pt x="254990" y="147954"/>
                </a:lnTo>
                <a:lnTo>
                  <a:pt x="220319" y="130175"/>
                </a:lnTo>
                <a:lnTo>
                  <a:pt x="131800" y="123062"/>
                </a:lnTo>
                <a:lnTo>
                  <a:pt x="135369" y="116839"/>
                </a:lnTo>
                <a:lnTo>
                  <a:pt x="147574" y="77088"/>
                </a:lnTo>
                <a:lnTo>
                  <a:pt x="152158" y="32130"/>
                </a:lnTo>
                <a:lnTo>
                  <a:pt x="152158" y="16890"/>
                </a:lnTo>
                <a:lnTo>
                  <a:pt x="135890" y="507"/>
                </a:lnTo>
                <a:lnTo>
                  <a:pt x="13180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373380" y="1752612"/>
            <a:ext cx="111251" cy="0"/>
          </a:xfrm>
          <a:custGeom>
            <a:avLst/>
            <a:gdLst/>
            <a:ahLst/>
            <a:cxnLst/>
            <a:rect l="l" t="t" r="r" b="b"/>
            <a:pathLst>
              <a:path w="111251">
                <a:moveTo>
                  <a:pt x="0" y="0"/>
                </a:moveTo>
                <a:lnTo>
                  <a:pt x="111251" y="0"/>
                </a:lnTo>
              </a:path>
            </a:pathLst>
          </a:custGeom>
          <a:ln w="57633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379475" y="1774698"/>
            <a:ext cx="99060" cy="28955"/>
          </a:xfrm>
          <a:custGeom>
            <a:avLst/>
            <a:gdLst/>
            <a:ahLst/>
            <a:cxnLst/>
            <a:rect l="l" t="t" r="r" b="b"/>
            <a:pathLst>
              <a:path w="99059" h="28955">
                <a:moveTo>
                  <a:pt x="0" y="0"/>
                </a:moveTo>
                <a:lnTo>
                  <a:pt x="0" y="4190"/>
                </a:lnTo>
                <a:lnTo>
                  <a:pt x="584" y="7747"/>
                </a:lnTo>
                <a:lnTo>
                  <a:pt x="2374" y="11302"/>
                </a:lnTo>
                <a:lnTo>
                  <a:pt x="4724" y="14224"/>
                </a:lnTo>
                <a:lnTo>
                  <a:pt x="8255" y="16001"/>
                </a:lnTo>
                <a:lnTo>
                  <a:pt x="45389" y="28321"/>
                </a:lnTo>
                <a:lnTo>
                  <a:pt x="49530" y="28955"/>
                </a:lnTo>
                <a:lnTo>
                  <a:pt x="53644" y="28321"/>
                </a:lnTo>
                <a:lnTo>
                  <a:pt x="90805" y="16001"/>
                </a:lnTo>
                <a:lnTo>
                  <a:pt x="94335" y="14224"/>
                </a:lnTo>
                <a:lnTo>
                  <a:pt x="96685" y="11302"/>
                </a:lnTo>
                <a:lnTo>
                  <a:pt x="98450" y="7747"/>
                </a:lnTo>
                <a:lnTo>
                  <a:pt x="99060" y="4190"/>
                </a:lnTo>
                <a:lnTo>
                  <a:pt x="99060" y="0"/>
                </a:lnTo>
                <a:lnTo>
                  <a:pt x="0" y="0"/>
                </a:lnTo>
                <a:close/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0" name="object 10"/>
          <p:cNvSpPr/>
          <p:nvPr/>
        </p:nvSpPr>
        <p:spPr>
          <a:xfrm>
            <a:off x="368834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161543"/>
                </a:moveTo>
                <a:lnTo>
                  <a:pt x="14477" y="68961"/>
                </a:lnTo>
                <a:lnTo>
                  <a:pt x="0" y="0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1" name="object 11"/>
          <p:cNvSpPr/>
          <p:nvPr/>
        </p:nvSpPr>
        <p:spPr>
          <a:xfrm>
            <a:off x="304800" y="1410463"/>
            <a:ext cx="248412" cy="297179"/>
          </a:xfrm>
          <a:custGeom>
            <a:avLst/>
            <a:gdLst/>
            <a:ahLst/>
            <a:cxnLst/>
            <a:rect l="l" t="t" r="r" b="b"/>
            <a:pathLst>
              <a:path w="248412" h="297179">
                <a:moveTo>
                  <a:pt x="173659" y="297179"/>
                </a:moveTo>
                <a:lnTo>
                  <a:pt x="176606" y="284225"/>
                </a:lnTo>
                <a:lnTo>
                  <a:pt x="180708" y="271907"/>
                </a:lnTo>
                <a:lnTo>
                  <a:pt x="185432" y="260096"/>
                </a:lnTo>
                <a:lnTo>
                  <a:pt x="190715" y="249427"/>
                </a:lnTo>
                <a:lnTo>
                  <a:pt x="196621" y="239522"/>
                </a:lnTo>
                <a:lnTo>
                  <a:pt x="202488" y="229488"/>
                </a:lnTo>
                <a:lnTo>
                  <a:pt x="215442" y="210692"/>
                </a:lnTo>
                <a:lnTo>
                  <a:pt x="221919" y="201295"/>
                </a:lnTo>
                <a:lnTo>
                  <a:pt x="227799" y="191897"/>
                </a:lnTo>
                <a:lnTo>
                  <a:pt x="245465" y="149478"/>
                </a:lnTo>
                <a:lnTo>
                  <a:pt x="247802" y="130683"/>
                </a:lnTo>
                <a:lnTo>
                  <a:pt x="248412" y="124205"/>
                </a:lnTo>
                <a:lnTo>
                  <a:pt x="247230" y="111251"/>
                </a:lnTo>
                <a:lnTo>
                  <a:pt x="245465" y="98933"/>
                </a:lnTo>
                <a:lnTo>
                  <a:pt x="227215" y="54737"/>
                </a:lnTo>
                <a:lnTo>
                  <a:pt x="193662" y="21209"/>
                </a:lnTo>
                <a:lnTo>
                  <a:pt x="148932" y="2412"/>
                </a:lnTo>
                <a:lnTo>
                  <a:pt x="124206" y="0"/>
                </a:lnTo>
                <a:lnTo>
                  <a:pt x="75946" y="10033"/>
                </a:lnTo>
                <a:lnTo>
                  <a:pt x="36499" y="36449"/>
                </a:lnTo>
                <a:lnTo>
                  <a:pt x="10007" y="75946"/>
                </a:lnTo>
                <a:lnTo>
                  <a:pt x="0" y="124205"/>
                </a:lnTo>
                <a:lnTo>
                  <a:pt x="10007" y="171830"/>
                </a:lnTo>
                <a:lnTo>
                  <a:pt x="32969" y="210692"/>
                </a:lnTo>
                <a:lnTo>
                  <a:pt x="45923" y="229488"/>
                </a:lnTo>
                <a:lnTo>
                  <a:pt x="51790" y="239522"/>
                </a:lnTo>
                <a:lnTo>
                  <a:pt x="57696" y="249427"/>
                </a:lnTo>
                <a:lnTo>
                  <a:pt x="62979" y="260096"/>
                </a:lnTo>
                <a:lnTo>
                  <a:pt x="67703" y="271907"/>
                </a:lnTo>
                <a:lnTo>
                  <a:pt x="71805" y="284225"/>
                </a:lnTo>
                <a:lnTo>
                  <a:pt x="74752" y="297179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2" name="object 12"/>
          <p:cNvSpPr/>
          <p:nvPr/>
        </p:nvSpPr>
        <p:spPr>
          <a:xfrm>
            <a:off x="454178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0"/>
                </a:moveTo>
                <a:lnTo>
                  <a:pt x="20523" y="68961"/>
                </a:lnTo>
                <a:lnTo>
                  <a:pt x="0" y="161543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3" name="object 13"/>
          <p:cNvSpPr/>
          <p:nvPr/>
        </p:nvSpPr>
        <p:spPr>
          <a:xfrm>
            <a:off x="385598" y="1540001"/>
            <a:ext cx="86817" cy="19812"/>
          </a:xfrm>
          <a:custGeom>
            <a:avLst/>
            <a:gdLst/>
            <a:ahLst/>
            <a:cxnLst/>
            <a:rect l="l" t="t" r="r" b="b"/>
            <a:pathLst>
              <a:path w="86817" h="19812">
                <a:moveTo>
                  <a:pt x="0" y="1905"/>
                </a:moveTo>
                <a:lnTo>
                  <a:pt x="19939" y="19812"/>
                </a:lnTo>
                <a:lnTo>
                  <a:pt x="39890" y="1905"/>
                </a:lnTo>
                <a:lnTo>
                  <a:pt x="41656" y="635"/>
                </a:lnTo>
                <a:lnTo>
                  <a:pt x="43408" y="0"/>
                </a:lnTo>
                <a:lnTo>
                  <a:pt x="45161" y="635"/>
                </a:lnTo>
                <a:lnTo>
                  <a:pt x="46926" y="1905"/>
                </a:lnTo>
                <a:lnTo>
                  <a:pt x="66878" y="19812"/>
                </a:lnTo>
                <a:lnTo>
                  <a:pt x="86817" y="1905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4" name="object 14"/>
          <p:cNvSpPr/>
          <p:nvPr/>
        </p:nvSpPr>
        <p:spPr>
          <a:xfrm>
            <a:off x="379475" y="1710689"/>
            <a:ext cx="99060" cy="0"/>
          </a:xfrm>
          <a:custGeom>
            <a:avLst/>
            <a:gdLst/>
            <a:ahLst/>
            <a:cxnLst/>
            <a:rect l="l" t="t" r="r" b="b"/>
            <a:pathLst>
              <a:path w="99059">
                <a:moveTo>
                  <a:pt x="0" y="0"/>
                </a:moveTo>
                <a:lnTo>
                  <a:pt x="99060" y="0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5" name="object 15"/>
          <p:cNvSpPr/>
          <p:nvPr/>
        </p:nvSpPr>
        <p:spPr>
          <a:xfrm>
            <a:off x="739140" y="957835"/>
            <a:ext cx="428244" cy="371855"/>
          </a:xfrm>
          <a:custGeom>
            <a:avLst/>
            <a:gdLst/>
            <a:ahLst/>
            <a:cxnLst/>
            <a:rect l="l" t="t" r="r" b="b"/>
            <a:pathLst>
              <a:path w="428244" h="371855">
                <a:moveTo>
                  <a:pt x="321602" y="0"/>
                </a:moveTo>
                <a:lnTo>
                  <a:pt x="106641" y="0"/>
                </a:lnTo>
                <a:lnTo>
                  <a:pt x="0" y="185927"/>
                </a:lnTo>
                <a:lnTo>
                  <a:pt x="106641" y="371855"/>
                </a:lnTo>
                <a:lnTo>
                  <a:pt x="321602" y="371855"/>
                </a:lnTo>
                <a:lnTo>
                  <a:pt x="428244" y="185927"/>
                </a:lnTo>
                <a:lnTo>
                  <a:pt x="321602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6" name="object 16"/>
          <p:cNvSpPr/>
          <p:nvPr/>
        </p:nvSpPr>
        <p:spPr>
          <a:xfrm>
            <a:off x="421386" y="857251"/>
            <a:ext cx="358140" cy="246125"/>
          </a:xfrm>
          <a:custGeom>
            <a:avLst/>
            <a:gdLst/>
            <a:ahLst/>
            <a:cxnLst/>
            <a:rect l="l" t="t" r="r" b="b"/>
            <a:pathLst>
              <a:path w="358140" h="246125">
                <a:moveTo>
                  <a:pt x="0" y="90677"/>
                </a:moveTo>
                <a:lnTo>
                  <a:pt x="89154" y="246125"/>
                </a:lnTo>
                <a:lnTo>
                  <a:pt x="268986" y="246125"/>
                </a:lnTo>
                <a:lnTo>
                  <a:pt x="358140" y="90677"/>
                </a:lnTo>
                <a:lnTo>
                  <a:pt x="306133" y="0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7" name="object 17"/>
          <p:cNvSpPr/>
          <p:nvPr/>
        </p:nvSpPr>
        <p:spPr>
          <a:xfrm>
            <a:off x="421386" y="857251"/>
            <a:ext cx="52006" cy="90677"/>
          </a:xfrm>
          <a:custGeom>
            <a:avLst/>
            <a:gdLst/>
            <a:ahLst/>
            <a:cxnLst/>
            <a:rect l="l" t="t" r="r" b="b"/>
            <a:pathLst>
              <a:path w="52006" h="90677">
                <a:moveTo>
                  <a:pt x="52006" y="0"/>
                </a:moveTo>
                <a:lnTo>
                  <a:pt x="0" y="90677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8" name="object 18"/>
          <p:cNvSpPr/>
          <p:nvPr/>
        </p:nvSpPr>
        <p:spPr>
          <a:xfrm>
            <a:off x="336804" y="2309623"/>
            <a:ext cx="185902" cy="207263"/>
          </a:xfrm>
          <a:custGeom>
            <a:avLst/>
            <a:gdLst/>
            <a:ahLst/>
            <a:cxnLst/>
            <a:rect l="l" t="t" r="r" b="b"/>
            <a:pathLst>
              <a:path w="185902" h="207263">
                <a:moveTo>
                  <a:pt x="133807" y="0"/>
                </a:moveTo>
                <a:lnTo>
                  <a:pt x="128866" y="762"/>
                </a:lnTo>
                <a:lnTo>
                  <a:pt x="123939" y="1397"/>
                </a:lnTo>
                <a:lnTo>
                  <a:pt x="119011" y="2793"/>
                </a:lnTo>
                <a:lnTo>
                  <a:pt x="88734" y="27686"/>
                </a:lnTo>
                <a:lnTo>
                  <a:pt x="82397" y="52577"/>
                </a:lnTo>
                <a:lnTo>
                  <a:pt x="83083" y="60325"/>
                </a:lnTo>
                <a:lnTo>
                  <a:pt x="85216" y="68199"/>
                </a:lnTo>
                <a:lnTo>
                  <a:pt x="88023" y="75183"/>
                </a:lnTo>
                <a:lnTo>
                  <a:pt x="91541" y="81661"/>
                </a:lnTo>
                <a:lnTo>
                  <a:pt x="0" y="190245"/>
                </a:lnTo>
                <a:lnTo>
                  <a:pt x="10579" y="197992"/>
                </a:lnTo>
                <a:lnTo>
                  <a:pt x="20446" y="207263"/>
                </a:lnTo>
                <a:lnTo>
                  <a:pt x="111975" y="99313"/>
                </a:lnTo>
                <a:lnTo>
                  <a:pt x="155713" y="99313"/>
                </a:lnTo>
                <a:lnTo>
                  <a:pt x="158457" y="97916"/>
                </a:lnTo>
                <a:lnTo>
                  <a:pt x="184480" y="62483"/>
                </a:lnTo>
                <a:lnTo>
                  <a:pt x="185902" y="52577"/>
                </a:lnTo>
                <a:lnTo>
                  <a:pt x="185204" y="46862"/>
                </a:lnTo>
                <a:lnTo>
                  <a:pt x="184480" y="41910"/>
                </a:lnTo>
                <a:lnTo>
                  <a:pt x="183070" y="36956"/>
                </a:lnTo>
                <a:lnTo>
                  <a:pt x="181686" y="31876"/>
                </a:lnTo>
                <a:lnTo>
                  <a:pt x="162661" y="9270"/>
                </a:lnTo>
                <a:lnTo>
                  <a:pt x="158457" y="6350"/>
                </a:lnTo>
                <a:lnTo>
                  <a:pt x="154216" y="4317"/>
                </a:lnTo>
                <a:lnTo>
                  <a:pt x="149288" y="2793"/>
                </a:lnTo>
                <a:lnTo>
                  <a:pt x="144348" y="1397"/>
                </a:lnTo>
                <a:lnTo>
                  <a:pt x="133807" y="0"/>
                </a:lnTo>
                <a:close/>
              </a:path>
              <a:path w="185902" h="207263">
                <a:moveTo>
                  <a:pt x="155713" y="99313"/>
                </a:moveTo>
                <a:lnTo>
                  <a:pt x="111975" y="99313"/>
                </a:lnTo>
                <a:lnTo>
                  <a:pt x="116903" y="101473"/>
                </a:lnTo>
                <a:lnTo>
                  <a:pt x="122529" y="102997"/>
                </a:lnTo>
                <a:lnTo>
                  <a:pt x="133807" y="104266"/>
                </a:lnTo>
                <a:lnTo>
                  <a:pt x="139420" y="103631"/>
                </a:lnTo>
                <a:lnTo>
                  <a:pt x="144348" y="102997"/>
                </a:lnTo>
                <a:lnTo>
                  <a:pt x="149288" y="102235"/>
                </a:lnTo>
                <a:lnTo>
                  <a:pt x="154216" y="100075"/>
                </a:lnTo>
                <a:lnTo>
                  <a:pt x="155713" y="99313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9" name="object 19"/>
          <p:cNvSpPr/>
          <p:nvPr/>
        </p:nvSpPr>
        <p:spPr>
          <a:xfrm>
            <a:off x="53339" y="2340102"/>
            <a:ext cx="149326" cy="172212"/>
          </a:xfrm>
          <a:custGeom>
            <a:avLst/>
            <a:gdLst/>
            <a:ahLst/>
            <a:cxnLst/>
            <a:rect l="l" t="t" r="r" b="b"/>
            <a:pathLst>
              <a:path w="149326" h="172212">
                <a:moveTo>
                  <a:pt x="106254" y="99949"/>
                </a:moveTo>
                <a:lnTo>
                  <a:pt x="71822" y="99949"/>
                </a:lnTo>
                <a:lnTo>
                  <a:pt x="127977" y="172212"/>
                </a:lnTo>
                <a:lnTo>
                  <a:pt x="137934" y="163702"/>
                </a:lnTo>
                <a:lnTo>
                  <a:pt x="149326" y="155956"/>
                </a:lnTo>
                <a:lnTo>
                  <a:pt x="106254" y="99949"/>
                </a:lnTo>
                <a:close/>
              </a:path>
              <a:path w="149326" h="172212">
                <a:moveTo>
                  <a:pt x="56188" y="0"/>
                </a:moveTo>
                <a:lnTo>
                  <a:pt x="45504" y="0"/>
                </a:lnTo>
                <a:lnTo>
                  <a:pt x="40525" y="762"/>
                </a:lnTo>
                <a:lnTo>
                  <a:pt x="35547" y="2159"/>
                </a:lnTo>
                <a:lnTo>
                  <a:pt x="31296" y="4318"/>
                </a:lnTo>
                <a:lnTo>
                  <a:pt x="26318" y="6350"/>
                </a:lnTo>
                <a:lnTo>
                  <a:pt x="2153" y="36830"/>
                </a:lnTo>
                <a:lnTo>
                  <a:pt x="0" y="47498"/>
                </a:lnTo>
                <a:lnTo>
                  <a:pt x="0" y="58165"/>
                </a:lnTo>
                <a:lnTo>
                  <a:pt x="727" y="63119"/>
                </a:lnTo>
                <a:lnTo>
                  <a:pt x="2153" y="68072"/>
                </a:lnTo>
                <a:lnTo>
                  <a:pt x="4279" y="72262"/>
                </a:lnTo>
                <a:lnTo>
                  <a:pt x="6404" y="77215"/>
                </a:lnTo>
                <a:lnTo>
                  <a:pt x="9258" y="80772"/>
                </a:lnTo>
                <a:lnTo>
                  <a:pt x="12081" y="85089"/>
                </a:lnTo>
                <a:lnTo>
                  <a:pt x="15662" y="88519"/>
                </a:lnTo>
                <a:lnTo>
                  <a:pt x="49783" y="103505"/>
                </a:lnTo>
                <a:lnTo>
                  <a:pt x="57616" y="103505"/>
                </a:lnTo>
                <a:lnTo>
                  <a:pt x="64719" y="101981"/>
                </a:lnTo>
                <a:lnTo>
                  <a:pt x="71822" y="99949"/>
                </a:lnTo>
                <a:lnTo>
                  <a:pt x="106254" y="99949"/>
                </a:lnTo>
                <a:lnTo>
                  <a:pt x="93167" y="82931"/>
                </a:lnTo>
                <a:lnTo>
                  <a:pt x="96710" y="77977"/>
                </a:lnTo>
                <a:lnTo>
                  <a:pt x="99542" y="73025"/>
                </a:lnTo>
                <a:lnTo>
                  <a:pt x="101688" y="67310"/>
                </a:lnTo>
                <a:lnTo>
                  <a:pt x="103124" y="60960"/>
                </a:lnTo>
                <a:lnTo>
                  <a:pt x="103822" y="56007"/>
                </a:lnTo>
                <a:lnTo>
                  <a:pt x="103822" y="45338"/>
                </a:lnTo>
                <a:lnTo>
                  <a:pt x="84632" y="11302"/>
                </a:lnTo>
                <a:lnTo>
                  <a:pt x="61167" y="762"/>
                </a:lnTo>
                <a:lnTo>
                  <a:pt x="5618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0" name="object 20"/>
          <p:cNvSpPr/>
          <p:nvPr/>
        </p:nvSpPr>
        <p:spPr>
          <a:xfrm>
            <a:off x="0" y="2637283"/>
            <a:ext cx="158496" cy="126491"/>
          </a:xfrm>
          <a:custGeom>
            <a:avLst/>
            <a:gdLst/>
            <a:ahLst/>
            <a:cxnLst/>
            <a:rect l="l" t="t" r="r" b="b"/>
            <a:pathLst>
              <a:path w="158496" h="126491">
                <a:moveTo>
                  <a:pt x="3491" y="22605"/>
                </a:moveTo>
                <a:lnTo>
                  <a:pt x="0" y="23142"/>
                </a:lnTo>
                <a:lnTo>
                  <a:pt x="0" y="126491"/>
                </a:lnTo>
                <a:lnTo>
                  <a:pt x="4911" y="126491"/>
                </a:lnTo>
                <a:lnTo>
                  <a:pt x="9866" y="125729"/>
                </a:lnTo>
                <a:lnTo>
                  <a:pt x="19777" y="122935"/>
                </a:lnTo>
                <a:lnTo>
                  <a:pt x="24037" y="121538"/>
                </a:lnTo>
                <a:lnTo>
                  <a:pt x="28267" y="118744"/>
                </a:lnTo>
                <a:lnTo>
                  <a:pt x="32527" y="115823"/>
                </a:lnTo>
                <a:lnTo>
                  <a:pt x="36758" y="113029"/>
                </a:lnTo>
                <a:lnTo>
                  <a:pt x="53740" y="76326"/>
                </a:lnTo>
                <a:lnTo>
                  <a:pt x="53044" y="67817"/>
                </a:lnTo>
                <a:lnTo>
                  <a:pt x="113391" y="43179"/>
                </a:lnTo>
                <a:lnTo>
                  <a:pt x="43134" y="43179"/>
                </a:lnTo>
                <a:lnTo>
                  <a:pt x="32527" y="32512"/>
                </a:lnTo>
                <a:lnTo>
                  <a:pt x="27572" y="29717"/>
                </a:lnTo>
                <a:lnTo>
                  <a:pt x="23312" y="27558"/>
                </a:lnTo>
                <a:lnTo>
                  <a:pt x="18357" y="25400"/>
                </a:lnTo>
                <a:lnTo>
                  <a:pt x="13402" y="24002"/>
                </a:lnTo>
                <a:lnTo>
                  <a:pt x="8446" y="23367"/>
                </a:lnTo>
                <a:lnTo>
                  <a:pt x="3491" y="22605"/>
                </a:lnTo>
                <a:close/>
              </a:path>
              <a:path w="158496" h="126491">
                <a:moveTo>
                  <a:pt x="147891" y="0"/>
                </a:moveTo>
                <a:lnTo>
                  <a:pt x="43134" y="43179"/>
                </a:lnTo>
                <a:lnTo>
                  <a:pt x="113391" y="43179"/>
                </a:lnTo>
                <a:lnTo>
                  <a:pt x="158496" y="24764"/>
                </a:lnTo>
                <a:lnTo>
                  <a:pt x="152120" y="12700"/>
                </a:lnTo>
                <a:lnTo>
                  <a:pt x="147891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1" name="object 21"/>
          <p:cNvSpPr/>
          <p:nvPr/>
        </p:nvSpPr>
        <p:spPr>
          <a:xfrm>
            <a:off x="204241" y="2724151"/>
            <a:ext cx="103606" cy="185927"/>
          </a:xfrm>
          <a:custGeom>
            <a:avLst/>
            <a:gdLst/>
            <a:ahLst/>
            <a:cxnLst/>
            <a:rect l="l" t="t" r="r" b="b"/>
            <a:pathLst>
              <a:path w="103606" h="185927">
                <a:moveTo>
                  <a:pt x="43294" y="0"/>
                </a:moveTo>
                <a:lnTo>
                  <a:pt x="40449" y="83057"/>
                </a:lnTo>
                <a:lnTo>
                  <a:pt x="34785" y="84455"/>
                </a:lnTo>
                <a:lnTo>
                  <a:pt x="29082" y="87249"/>
                </a:lnTo>
                <a:lnTo>
                  <a:pt x="23418" y="90169"/>
                </a:lnTo>
                <a:lnTo>
                  <a:pt x="18453" y="93725"/>
                </a:lnTo>
                <a:lnTo>
                  <a:pt x="14185" y="97281"/>
                </a:lnTo>
                <a:lnTo>
                  <a:pt x="11366" y="101473"/>
                </a:lnTo>
                <a:lnTo>
                  <a:pt x="7785" y="105791"/>
                </a:lnTo>
                <a:lnTo>
                  <a:pt x="0" y="139064"/>
                </a:lnTo>
                <a:lnTo>
                  <a:pt x="698" y="144018"/>
                </a:lnTo>
                <a:lnTo>
                  <a:pt x="12064" y="166750"/>
                </a:lnTo>
                <a:lnTo>
                  <a:pt x="15608" y="171069"/>
                </a:lnTo>
                <a:lnTo>
                  <a:pt x="19151" y="174625"/>
                </a:lnTo>
                <a:lnTo>
                  <a:pt x="23418" y="177419"/>
                </a:lnTo>
                <a:lnTo>
                  <a:pt x="27660" y="179577"/>
                </a:lnTo>
                <a:lnTo>
                  <a:pt x="32626" y="181610"/>
                </a:lnTo>
                <a:lnTo>
                  <a:pt x="36906" y="183769"/>
                </a:lnTo>
                <a:lnTo>
                  <a:pt x="46837" y="185293"/>
                </a:lnTo>
                <a:lnTo>
                  <a:pt x="51803" y="185927"/>
                </a:lnTo>
                <a:lnTo>
                  <a:pt x="56768" y="185293"/>
                </a:lnTo>
                <a:lnTo>
                  <a:pt x="92252" y="166116"/>
                </a:lnTo>
                <a:lnTo>
                  <a:pt x="95059" y="161798"/>
                </a:lnTo>
                <a:lnTo>
                  <a:pt x="97917" y="157480"/>
                </a:lnTo>
                <a:lnTo>
                  <a:pt x="100037" y="153288"/>
                </a:lnTo>
                <a:lnTo>
                  <a:pt x="102882" y="143382"/>
                </a:lnTo>
                <a:lnTo>
                  <a:pt x="103513" y="139064"/>
                </a:lnTo>
                <a:lnTo>
                  <a:pt x="103606" y="128397"/>
                </a:lnTo>
                <a:lnTo>
                  <a:pt x="102882" y="123443"/>
                </a:lnTo>
                <a:lnTo>
                  <a:pt x="80187" y="90169"/>
                </a:lnTo>
                <a:lnTo>
                  <a:pt x="67411" y="84455"/>
                </a:lnTo>
                <a:lnTo>
                  <a:pt x="70234" y="1397"/>
                </a:lnTo>
                <a:lnTo>
                  <a:pt x="61747" y="1397"/>
                </a:lnTo>
                <a:lnTo>
                  <a:pt x="52501" y="762"/>
                </a:lnTo>
                <a:lnTo>
                  <a:pt x="43294" y="0"/>
                </a:lnTo>
                <a:close/>
              </a:path>
              <a:path w="103606" h="185927">
                <a:moveTo>
                  <a:pt x="70256" y="762"/>
                </a:moveTo>
                <a:lnTo>
                  <a:pt x="61747" y="1397"/>
                </a:lnTo>
                <a:lnTo>
                  <a:pt x="70234" y="1397"/>
                </a:lnTo>
                <a:lnTo>
                  <a:pt x="70256" y="762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2" name="object 22"/>
          <p:cNvSpPr/>
          <p:nvPr/>
        </p:nvSpPr>
        <p:spPr>
          <a:xfrm>
            <a:off x="387122" y="2582417"/>
            <a:ext cx="187401" cy="103632"/>
          </a:xfrm>
          <a:custGeom>
            <a:avLst/>
            <a:gdLst/>
            <a:ahLst/>
            <a:cxnLst/>
            <a:rect l="l" t="t" r="r" b="b"/>
            <a:pathLst>
              <a:path w="187401" h="103632">
                <a:moveTo>
                  <a:pt x="2844" y="21844"/>
                </a:moveTo>
                <a:lnTo>
                  <a:pt x="2120" y="35179"/>
                </a:lnTo>
                <a:lnTo>
                  <a:pt x="0" y="47879"/>
                </a:lnTo>
                <a:lnTo>
                  <a:pt x="84150" y="58547"/>
                </a:lnTo>
                <a:lnTo>
                  <a:pt x="84874" y="64135"/>
                </a:lnTo>
                <a:lnTo>
                  <a:pt x="86982" y="69723"/>
                </a:lnTo>
                <a:lnTo>
                  <a:pt x="89090" y="74041"/>
                </a:lnTo>
                <a:lnTo>
                  <a:pt x="91236" y="78994"/>
                </a:lnTo>
                <a:lnTo>
                  <a:pt x="94043" y="83185"/>
                </a:lnTo>
                <a:lnTo>
                  <a:pt x="97586" y="86741"/>
                </a:lnTo>
                <a:lnTo>
                  <a:pt x="101117" y="90170"/>
                </a:lnTo>
                <a:lnTo>
                  <a:pt x="104673" y="93726"/>
                </a:lnTo>
                <a:lnTo>
                  <a:pt x="128015" y="102870"/>
                </a:lnTo>
                <a:lnTo>
                  <a:pt x="132930" y="103632"/>
                </a:lnTo>
                <a:lnTo>
                  <a:pt x="137883" y="103632"/>
                </a:lnTo>
                <a:lnTo>
                  <a:pt x="142836" y="102870"/>
                </a:lnTo>
                <a:lnTo>
                  <a:pt x="147789" y="102235"/>
                </a:lnTo>
                <a:lnTo>
                  <a:pt x="152742" y="100076"/>
                </a:lnTo>
                <a:lnTo>
                  <a:pt x="157695" y="98679"/>
                </a:lnTo>
                <a:lnTo>
                  <a:pt x="162636" y="95885"/>
                </a:lnTo>
                <a:lnTo>
                  <a:pt x="166903" y="93091"/>
                </a:lnTo>
                <a:lnTo>
                  <a:pt x="177495" y="82423"/>
                </a:lnTo>
                <a:lnTo>
                  <a:pt x="179603" y="78232"/>
                </a:lnTo>
                <a:lnTo>
                  <a:pt x="182448" y="74041"/>
                </a:lnTo>
                <a:lnTo>
                  <a:pt x="185280" y="64135"/>
                </a:lnTo>
                <a:lnTo>
                  <a:pt x="186702" y="59944"/>
                </a:lnTo>
                <a:lnTo>
                  <a:pt x="187401" y="54229"/>
                </a:lnTo>
                <a:lnTo>
                  <a:pt x="187401" y="49403"/>
                </a:lnTo>
                <a:lnTo>
                  <a:pt x="185978" y="39497"/>
                </a:lnTo>
                <a:lnTo>
                  <a:pt x="182942" y="32385"/>
                </a:lnTo>
                <a:lnTo>
                  <a:pt x="87680" y="32385"/>
                </a:lnTo>
                <a:lnTo>
                  <a:pt x="2844" y="21844"/>
                </a:lnTo>
                <a:close/>
              </a:path>
              <a:path w="187401" h="103632">
                <a:moveTo>
                  <a:pt x="132930" y="0"/>
                </a:moveTo>
                <a:lnTo>
                  <a:pt x="95465" y="19050"/>
                </a:lnTo>
                <a:lnTo>
                  <a:pt x="87680" y="32385"/>
                </a:lnTo>
                <a:lnTo>
                  <a:pt x="182942" y="32385"/>
                </a:lnTo>
                <a:lnTo>
                  <a:pt x="161950" y="7747"/>
                </a:lnTo>
                <a:lnTo>
                  <a:pt x="157695" y="4953"/>
                </a:lnTo>
                <a:lnTo>
                  <a:pt x="142836" y="762"/>
                </a:lnTo>
                <a:lnTo>
                  <a:pt x="137883" y="762"/>
                </a:lnTo>
                <a:lnTo>
                  <a:pt x="13293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3" name="object 23"/>
          <p:cNvSpPr/>
          <p:nvPr/>
        </p:nvSpPr>
        <p:spPr>
          <a:xfrm>
            <a:off x="156971" y="2490977"/>
            <a:ext cx="219430" cy="220980"/>
          </a:xfrm>
          <a:custGeom>
            <a:avLst/>
            <a:gdLst/>
            <a:ahLst/>
            <a:cxnLst/>
            <a:rect l="l" t="t" r="r" b="b"/>
            <a:pathLst>
              <a:path w="219430" h="220980">
                <a:moveTo>
                  <a:pt x="109728" y="0"/>
                </a:moveTo>
                <a:lnTo>
                  <a:pt x="67233" y="8509"/>
                </a:lnTo>
                <a:lnTo>
                  <a:pt x="32550" y="32638"/>
                </a:lnTo>
                <a:lnTo>
                  <a:pt x="8496" y="67563"/>
                </a:lnTo>
                <a:lnTo>
                  <a:pt x="0" y="110109"/>
                </a:lnTo>
                <a:lnTo>
                  <a:pt x="698" y="121538"/>
                </a:lnTo>
                <a:lnTo>
                  <a:pt x="13449" y="162687"/>
                </a:lnTo>
                <a:lnTo>
                  <a:pt x="40347" y="195325"/>
                </a:lnTo>
                <a:lnTo>
                  <a:pt x="67233" y="211709"/>
                </a:lnTo>
                <a:lnTo>
                  <a:pt x="77152" y="216026"/>
                </a:lnTo>
                <a:lnTo>
                  <a:pt x="87757" y="218186"/>
                </a:lnTo>
                <a:lnTo>
                  <a:pt x="98399" y="220218"/>
                </a:lnTo>
                <a:lnTo>
                  <a:pt x="109728" y="220980"/>
                </a:lnTo>
                <a:lnTo>
                  <a:pt x="121031" y="220218"/>
                </a:lnTo>
                <a:lnTo>
                  <a:pt x="162102" y="207518"/>
                </a:lnTo>
                <a:lnTo>
                  <a:pt x="194652" y="180467"/>
                </a:lnTo>
                <a:lnTo>
                  <a:pt x="215201" y="143510"/>
                </a:lnTo>
                <a:lnTo>
                  <a:pt x="219430" y="121538"/>
                </a:lnTo>
                <a:lnTo>
                  <a:pt x="219430" y="99441"/>
                </a:lnTo>
                <a:lnTo>
                  <a:pt x="217309" y="88137"/>
                </a:lnTo>
                <a:lnTo>
                  <a:pt x="215201" y="77470"/>
                </a:lnTo>
                <a:lnTo>
                  <a:pt x="210934" y="67563"/>
                </a:lnTo>
                <a:lnTo>
                  <a:pt x="206705" y="57531"/>
                </a:lnTo>
                <a:lnTo>
                  <a:pt x="179781" y="25654"/>
                </a:lnTo>
                <a:lnTo>
                  <a:pt x="142278" y="4952"/>
                </a:lnTo>
                <a:lnTo>
                  <a:pt x="121031" y="762"/>
                </a:lnTo>
                <a:lnTo>
                  <a:pt x="10972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4" name="object 24"/>
          <p:cNvSpPr txBox="1"/>
          <p:nvPr/>
        </p:nvSpPr>
        <p:spPr>
          <a:xfrm>
            <a:off x="2821626" y="1887102"/>
            <a:ext cx="3649700" cy="5842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3600" b="1" dirty="0">
                <a:solidFill>
                  <a:srgbClr val="002060"/>
                </a:solidFill>
                <a:latin typeface="Calibri"/>
                <a:cs typeface="Calibri"/>
              </a:rPr>
              <a:t>Actividad grupal</a:t>
            </a:r>
            <a:endParaRPr sz="36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26" name="object 25">
            <a:extLst>
              <a:ext uri="{FF2B5EF4-FFF2-40B4-BE49-F238E27FC236}">
                <a16:creationId xmlns:a16="http://schemas.microsoft.com/office/drawing/2014/main" id="{0663B11B-215D-46AB-A19C-E39A65374766}"/>
              </a:ext>
            </a:extLst>
          </p:cNvPr>
          <p:cNvSpPr txBox="1"/>
          <p:nvPr/>
        </p:nvSpPr>
        <p:spPr>
          <a:xfrm>
            <a:off x="2793616" y="2880987"/>
            <a:ext cx="5594808" cy="150571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spcAft>
                <a:spcPts val="1200"/>
              </a:spcAft>
            </a:pPr>
            <a:r>
              <a:rPr lang="es-MX" sz="2400" spc="-2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Definir la función </a:t>
            </a:r>
            <a:r>
              <a:rPr lang="es-MX" sz="2400" b="1" spc="-20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imprime0_8</a:t>
            </a:r>
            <a:r>
              <a:rPr lang="es-MX" sz="2400" spc="-2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que:</a:t>
            </a:r>
          </a:p>
          <a:p>
            <a:pPr marL="355600" indent="-342900" algn="just"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s-MX" sz="2400" spc="-2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Despliegue</a:t>
            </a:r>
            <a:r>
              <a:rPr lang="es-ES" sz="2400" spc="-2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en pantalla números sucesivos del 0 al 8.</a:t>
            </a:r>
            <a:endParaRPr lang="es-ES" sz="2400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  <a:p>
            <a:pPr marL="12700">
              <a:spcAft>
                <a:spcPts val="600"/>
              </a:spcAft>
            </a:pPr>
            <a:endParaRPr sz="2400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</p:txBody>
      </p:sp>
      <p:sp>
        <p:nvSpPr>
          <p:cNvPr id="28" name="object 26">
            <a:extLst>
              <a:ext uri="{FF2B5EF4-FFF2-40B4-BE49-F238E27FC236}">
                <a16:creationId xmlns:a16="http://schemas.microsoft.com/office/drawing/2014/main" id="{2A77E13A-98FD-4F73-9CAC-B813657E1B4A}"/>
              </a:ext>
            </a:extLst>
          </p:cNvPr>
          <p:cNvSpPr txBox="1"/>
          <p:nvPr/>
        </p:nvSpPr>
        <p:spPr>
          <a:xfrm>
            <a:off x="1275715" y="3021076"/>
            <a:ext cx="334645" cy="7747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4800" b="1" spc="-25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4800" dirty="0">
              <a:latin typeface="Calibri"/>
              <a:cs typeface="Calibri"/>
            </a:endParaRP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107B306D-BE4C-4135-91C0-7EC25E1CC2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2160" y="4447002"/>
            <a:ext cx="2712266" cy="1690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647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2371923" y="764704"/>
            <a:ext cx="5585771" cy="8965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Programa en Python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7CC2B8DA-4FB5-44D2-AD9F-AF57C91FD10F}"/>
              </a:ext>
            </a:extLst>
          </p:cNvPr>
          <p:cNvSpPr/>
          <p:nvPr/>
        </p:nvSpPr>
        <p:spPr>
          <a:xfrm>
            <a:off x="0" y="1160525"/>
            <a:ext cx="940308" cy="8961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E002D472-7157-46A4-9BE7-04783659D857}"/>
              </a:ext>
            </a:extLst>
          </p:cNvPr>
          <p:cNvSpPr/>
          <p:nvPr/>
        </p:nvSpPr>
        <p:spPr>
          <a:xfrm>
            <a:off x="420623" y="2533650"/>
            <a:ext cx="2065020" cy="17891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95CDB304-112F-45BE-8B12-4E094D058F5F}"/>
              </a:ext>
            </a:extLst>
          </p:cNvPr>
          <p:cNvSpPr/>
          <p:nvPr/>
        </p:nvSpPr>
        <p:spPr>
          <a:xfrm>
            <a:off x="-4572" y="3987546"/>
            <a:ext cx="1778508" cy="204825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2" name="object 5">
            <a:extLst>
              <a:ext uri="{FF2B5EF4-FFF2-40B4-BE49-F238E27FC236}">
                <a16:creationId xmlns:a16="http://schemas.microsoft.com/office/drawing/2014/main" id="{799C8C99-CF6F-4804-99D7-8E2A4DEB8DF4}"/>
              </a:ext>
            </a:extLst>
          </p:cNvPr>
          <p:cNvSpPr/>
          <p:nvPr/>
        </p:nvSpPr>
        <p:spPr>
          <a:xfrm>
            <a:off x="762000" y="1735074"/>
            <a:ext cx="819912" cy="710184"/>
          </a:xfrm>
          <a:custGeom>
            <a:avLst/>
            <a:gdLst/>
            <a:ahLst/>
            <a:cxnLst/>
            <a:rect l="l" t="t" r="r" b="b"/>
            <a:pathLst>
              <a:path w="819912" h="710184">
                <a:moveTo>
                  <a:pt x="0" y="355091"/>
                </a:moveTo>
                <a:lnTo>
                  <a:pt x="203657" y="710184"/>
                </a:lnTo>
                <a:lnTo>
                  <a:pt x="616204" y="710184"/>
                </a:lnTo>
                <a:lnTo>
                  <a:pt x="819912" y="355091"/>
                </a:lnTo>
                <a:lnTo>
                  <a:pt x="616204" y="0"/>
                </a:lnTo>
                <a:lnTo>
                  <a:pt x="203657" y="0"/>
                </a:lnTo>
                <a:lnTo>
                  <a:pt x="0" y="355091"/>
                </a:lnTo>
                <a:close/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3" name="object 6">
            <a:extLst>
              <a:ext uri="{FF2B5EF4-FFF2-40B4-BE49-F238E27FC236}">
                <a16:creationId xmlns:a16="http://schemas.microsoft.com/office/drawing/2014/main" id="{B0CE1FA0-693F-4562-9DCE-C8A3779B1E96}"/>
              </a:ext>
            </a:extLst>
          </p:cNvPr>
          <p:cNvSpPr/>
          <p:nvPr/>
        </p:nvSpPr>
        <p:spPr>
          <a:xfrm>
            <a:off x="996721" y="2050541"/>
            <a:ext cx="82270" cy="184404"/>
          </a:xfrm>
          <a:custGeom>
            <a:avLst/>
            <a:gdLst/>
            <a:ahLst/>
            <a:cxnLst/>
            <a:rect l="l" t="t" r="r" b="b"/>
            <a:pathLst>
              <a:path w="82270" h="184404">
                <a:moveTo>
                  <a:pt x="82270" y="0"/>
                </a:moveTo>
                <a:lnTo>
                  <a:pt x="0" y="0"/>
                </a:lnTo>
                <a:lnTo>
                  <a:pt x="0" y="184404"/>
                </a:lnTo>
                <a:lnTo>
                  <a:pt x="82270" y="184404"/>
                </a:lnTo>
                <a:lnTo>
                  <a:pt x="82270" y="50546"/>
                </a:lnTo>
                <a:lnTo>
                  <a:pt x="50571" y="50546"/>
                </a:lnTo>
                <a:lnTo>
                  <a:pt x="47510" y="50037"/>
                </a:lnTo>
                <a:lnTo>
                  <a:pt x="35750" y="35813"/>
                </a:lnTo>
                <a:lnTo>
                  <a:pt x="36283" y="32766"/>
                </a:lnTo>
                <a:lnTo>
                  <a:pt x="50571" y="20955"/>
                </a:lnTo>
                <a:lnTo>
                  <a:pt x="82270" y="20955"/>
                </a:lnTo>
                <a:lnTo>
                  <a:pt x="82270" y="0"/>
                </a:lnTo>
                <a:close/>
              </a:path>
              <a:path w="82270" h="184404">
                <a:moveTo>
                  <a:pt x="82270" y="20955"/>
                </a:moveTo>
                <a:lnTo>
                  <a:pt x="50571" y="20955"/>
                </a:lnTo>
                <a:lnTo>
                  <a:pt x="53644" y="21462"/>
                </a:lnTo>
                <a:lnTo>
                  <a:pt x="58750" y="23495"/>
                </a:lnTo>
                <a:lnTo>
                  <a:pt x="62852" y="27559"/>
                </a:lnTo>
                <a:lnTo>
                  <a:pt x="64376" y="30099"/>
                </a:lnTo>
                <a:lnTo>
                  <a:pt x="64884" y="32766"/>
                </a:lnTo>
                <a:lnTo>
                  <a:pt x="65405" y="35813"/>
                </a:lnTo>
                <a:lnTo>
                  <a:pt x="64884" y="38862"/>
                </a:lnTo>
                <a:lnTo>
                  <a:pt x="50571" y="50546"/>
                </a:lnTo>
                <a:lnTo>
                  <a:pt x="82270" y="50546"/>
                </a:lnTo>
                <a:lnTo>
                  <a:pt x="82270" y="20955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4" name="object 7">
            <a:extLst>
              <a:ext uri="{FF2B5EF4-FFF2-40B4-BE49-F238E27FC236}">
                <a16:creationId xmlns:a16="http://schemas.microsoft.com/office/drawing/2014/main" id="{7F07ED6F-FAAA-40D6-825A-313810C01F47}"/>
              </a:ext>
            </a:extLst>
          </p:cNvPr>
          <p:cNvSpPr/>
          <p:nvPr/>
        </p:nvSpPr>
        <p:spPr>
          <a:xfrm>
            <a:off x="1091209" y="1928622"/>
            <a:ext cx="256006" cy="324612"/>
          </a:xfrm>
          <a:custGeom>
            <a:avLst/>
            <a:gdLst/>
            <a:ahLst/>
            <a:cxnLst/>
            <a:rect l="l" t="t" r="r" b="b"/>
            <a:pathLst>
              <a:path w="256006" h="324612">
                <a:moveTo>
                  <a:pt x="131800" y="0"/>
                </a:moveTo>
                <a:lnTo>
                  <a:pt x="103822" y="30606"/>
                </a:lnTo>
                <a:lnTo>
                  <a:pt x="99758" y="42417"/>
                </a:lnTo>
                <a:lnTo>
                  <a:pt x="80911" y="82168"/>
                </a:lnTo>
                <a:lnTo>
                  <a:pt x="76327" y="86740"/>
                </a:lnTo>
                <a:lnTo>
                  <a:pt x="69202" y="93979"/>
                </a:lnTo>
                <a:lnTo>
                  <a:pt x="52400" y="109727"/>
                </a:lnTo>
                <a:lnTo>
                  <a:pt x="30022" y="130175"/>
                </a:lnTo>
                <a:lnTo>
                  <a:pt x="0" y="130175"/>
                </a:lnTo>
                <a:lnTo>
                  <a:pt x="0" y="280669"/>
                </a:lnTo>
                <a:lnTo>
                  <a:pt x="31546" y="280669"/>
                </a:lnTo>
                <a:lnTo>
                  <a:pt x="41732" y="285876"/>
                </a:lnTo>
                <a:lnTo>
                  <a:pt x="55968" y="291973"/>
                </a:lnTo>
                <a:lnTo>
                  <a:pt x="94665" y="306704"/>
                </a:lnTo>
                <a:lnTo>
                  <a:pt x="138925" y="319024"/>
                </a:lnTo>
                <a:lnTo>
                  <a:pt x="149618" y="321563"/>
                </a:lnTo>
                <a:lnTo>
                  <a:pt x="160312" y="323088"/>
                </a:lnTo>
                <a:lnTo>
                  <a:pt x="169976" y="324103"/>
                </a:lnTo>
                <a:lnTo>
                  <a:pt x="179679" y="324612"/>
                </a:lnTo>
                <a:lnTo>
                  <a:pt x="195935" y="324612"/>
                </a:lnTo>
                <a:lnTo>
                  <a:pt x="232638" y="310768"/>
                </a:lnTo>
                <a:lnTo>
                  <a:pt x="234162" y="296037"/>
                </a:lnTo>
                <a:lnTo>
                  <a:pt x="233654" y="292480"/>
                </a:lnTo>
                <a:lnTo>
                  <a:pt x="232638" y="289432"/>
                </a:lnTo>
                <a:lnTo>
                  <a:pt x="230479" y="286385"/>
                </a:lnTo>
                <a:lnTo>
                  <a:pt x="227558" y="283717"/>
                </a:lnTo>
                <a:lnTo>
                  <a:pt x="230098" y="283337"/>
                </a:lnTo>
                <a:lnTo>
                  <a:pt x="232638" y="282193"/>
                </a:lnTo>
                <a:lnTo>
                  <a:pt x="235178" y="281177"/>
                </a:lnTo>
                <a:lnTo>
                  <a:pt x="237210" y="279145"/>
                </a:lnTo>
                <a:lnTo>
                  <a:pt x="243306" y="250570"/>
                </a:lnTo>
                <a:lnTo>
                  <a:pt x="243306" y="245999"/>
                </a:lnTo>
                <a:lnTo>
                  <a:pt x="242798" y="243458"/>
                </a:lnTo>
                <a:lnTo>
                  <a:pt x="241782" y="241426"/>
                </a:lnTo>
                <a:lnTo>
                  <a:pt x="239242" y="237870"/>
                </a:lnTo>
                <a:lnTo>
                  <a:pt x="236194" y="234823"/>
                </a:lnTo>
                <a:lnTo>
                  <a:pt x="238734" y="234314"/>
                </a:lnTo>
                <a:lnTo>
                  <a:pt x="250418" y="202056"/>
                </a:lnTo>
                <a:lnTo>
                  <a:pt x="250418" y="196976"/>
                </a:lnTo>
                <a:lnTo>
                  <a:pt x="249910" y="194437"/>
                </a:lnTo>
                <a:lnTo>
                  <a:pt x="247878" y="190373"/>
                </a:lnTo>
                <a:lnTo>
                  <a:pt x="244830" y="187325"/>
                </a:lnTo>
                <a:lnTo>
                  <a:pt x="242798" y="185800"/>
                </a:lnTo>
                <a:lnTo>
                  <a:pt x="244830" y="185292"/>
                </a:lnTo>
                <a:lnTo>
                  <a:pt x="256006" y="153162"/>
                </a:lnTo>
                <a:lnTo>
                  <a:pt x="254990" y="147954"/>
                </a:lnTo>
                <a:lnTo>
                  <a:pt x="220319" y="130175"/>
                </a:lnTo>
                <a:lnTo>
                  <a:pt x="131800" y="123062"/>
                </a:lnTo>
                <a:lnTo>
                  <a:pt x="135369" y="116839"/>
                </a:lnTo>
                <a:lnTo>
                  <a:pt x="147574" y="77088"/>
                </a:lnTo>
                <a:lnTo>
                  <a:pt x="152158" y="32130"/>
                </a:lnTo>
                <a:lnTo>
                  <a:pt x="152158" y="16890"/>
                </a:lnTo>
                <a:lnTo>
                  <a:pt x="135890" y="507"/>
                </a:lnTo>
                <a:lnTo>
                  <a:pt x="13180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5" name="object 8">
            <a:extLst>
              <a:ext uri="{FF2B5EF4-FFF2-40B4-BE49-F238E27FC236}">
                <a16:creationId xmlns:a16="http://schemas.microsoft.com/office/drawing/2014/main" id="{C9D2B534-8F22-448E-9E60-1ECCFA34ED6F}"/>
              </a:ext>
            </a:extLst>
          </p:cNvPr>
          <p:cNvSpPr/>
          <p:nvPr/>
        </p:nvSpPr>
        <p:spPr>
          <a:xfrm>
            <a:off x="373380" y="1752612"/>
            <a:ext cx="111251" cy="0"/>
          </a:xfrm>
          <a:custGeom>
            <a:avLst/>
            <a:gdLst/>
            <a:ahLst/>
            <a:cxnLst/>
            <a:rect l="l" t="t" r="r" b="b"/>
            <a:pathLst>
              <a:path w="111251">
                <a:moveTo>
                  <a:pt x="0" y="0"/>
                </a:moveTo>
                <a:lnTo>
                  <a:pt x="111251" y="0"/>
                </a:lnTo>
              </a:path>
            </a:pathLst>
          </a:custGeom>
          <a:ln w="57633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6" name="object 9">
            <a:extLst>
              <a:ext uri="{FF2B5EF4-FFF2-40B4-BE49-F238E27FC236}">
                <a16:creationId xmlns:a16="http://schemas.microsoft.com/office/drawing/2014/main" id="{57FEF698-3FBE-4D18-9368-8A12698881C7}"/>
              </a:ext>
            </a:extLst>
          </p:cNvPr>
          <p:cNvSpPr/>
          <p:nvPr/>
        </p:nvSpPr>
        <p:spPr>
          <a:xfrm>
            <a:off x="379475" y="1774698"/>
            <a:ext cx="99060" cy="28955"/>
          </a:xfrm>
          <a:custGeom>
            <a:avLst/>
            <a:gdLst/>
            <a:ahLst/>
            <a:cxnLst/>
            <a:rect l="l" t="t" r="r" b="b"/>
            <a:pathLst>
              <a:path w="99059" h="28955">
                <a:moveTo>
                  <a:pt x="0" y="0"/>
                </a:moveTo>
                <a:lnTo>
                  <a:pt x="0" y="4190"/>
                </a:lnTo>
                <a:lnTo>
                  <a:pt x="584" y="7747"/>
                </a:lnTo>
                <a:lnTo>
                  <a:pt x="2374" y="11302"/>
                </a:lnTo>
                <a:lnTo>
                  <a:pt x="4724" y="14224"/>
                </a:lnTo>
                <a:lnTo>
                  <a:pt x="8255" y="16001"/>
                </a:lnTo>
                <a:lnTo>
                  <a:pt x="45389" y="28321"/>
                </a:lnTo>
                <a:lnTo>
                  <a:pt x="49530" y="28955"/>
                </a:lnTo>
                <a:lnTo>
                  <a:pt x="53644" y="28321"/>
                </a:lnTo>
                <a:lnTo>
                  <a:pt x="90805" y="16001"/>
                </a:lnTo>
                <a:lnTo>
                  <a:pt x="94335" y="14224"/>
                </a:lnTo>
                <a:lnTo>
                  <a:pt x="96685" y="11302"/>
                </a:lnTo>
                <a:lnTo>
                  <a:pt x="98450" y="7747"/>
                </a:lnTo>
                <a:lnTo>
                  <a:pt x="99060" y="4190"/>
                </a:lnTo>
                <a:lnTo>
                  <a:pt x="99060" y="0"/>
                </a:lnTo>
                <a:lnTo>
                  <a:pt x="0" y="0"/>
                </a:lnTo>
                <a:close/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7" name="object 10">
            <a:extLst>
              <a:ext uri="{FF2B5EF4-FFF2-40B4-BE49-F238E27FC236}">
                <a16:creationId xmlns:a16="http://schemas.microsoft.com/office/drawing/2014/main" id="{33DD9A85-EFBE-403F-99C7-86830B9CB975}"/>
              </a:ext>
            </a:extLst>
          </p:cNvPr>
          <p:cNvSpPr/>
          <p:nvPr/>
        </p:nvSpPr>
        <p:spPr>
          <a:xfrm>
            <a:off x="368834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161543"/>
                </a:moveTo>
                <a:lnTo>
                  <a:pt x="14477" y="68961"/>
                </a:lnTo>
                <a:lnTo>
                  <a:pt x="0" y="0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8" name="object 11">
            <a:extLst>
              <a:ext uri="{FF2B5EF4-FFF2-40B4-BE49-F238E27FC236}">
                <a16:creationId xmlns:a16="http://schemas.microsoft.com/office/drawing/2014/main" id="{4FB7D33D-F5E2-4FD4-A36A-BBF09B430D78}"/>
              </a:ext>
            </a:extLst>
          </p:cNvPr>
          <p:cNvSpPr/>
          <p:nvPr/>
        </p:nvSpPr>
        <p:spPr>
          <a:xfrm>
            <a:off x="304800" y="1410463"/>
            <a:ext cx="248412" cy="297179"/>
          </a:xfrm>
          <a:custGeom>
            <a:avLst/>
            <a:gdLst/>
            <a:ahLst/>
            <a:cxnLst/>
            <a:rect l="l" t="t" r="r" b="b"/>
            <a:pathLst>
              <a:path w="248412" h="297179">
                <a:moveTo>
                  <a:pt x="173659" y="297179"/>
                </a:moveTo>
                <a:lnTo>
                  <a:pt x="176606" y="284225"/>
                </a:lnTo>
                <a:lnTo>
                  <a:pt x="180708" y="271907"/>
                </a:lnTo>
                <a:lnTo>
                  <a:pt x="185432" y="260096"/>
                </a:lnTo>
                <a:lnTo>
                  <a:pt x="190715" y="249427"/>
                </a:lnTo>
                <a:lnTo>
                  <a:pt x="196621" y="239522"/>
                </a:lnTo>
                <a:lnTo>
                  <a:pt x="202488" y="229488"/>
                </a:lnTo>
                <a:lnTo>
                  <a:pt x="215442" y="210692"/>
                </a:lnTo>
                <a:lnTo>
                  <a:pt x="221919" y="201295"/>
                </a:lnTo>
                <a:lnTo>
                  <a:pt x="227799" y="191897"/>
                </a:lnTo>
                <a:lnTo>
                  <a:pt x="245465" y="149478"/>
                </a:lnTo>
                <a:lnTo>
                  <a:pt x="247802" y="130683"/>
                </a:lnTo>
                <a:lnTo>
                  <a:pt x="248412" y="124205"/>
                </a:lnTo>
                <a:lnTo>
                  <a:pt x="247230" y="111251"/>
                </a:lnTo>
                <a:lnTo>
                  <a:pt x="245465" y="98933"/>
                </a:lnTo>
                <a:lnTo>
                  <a:pt x="227215" y="54737"/>
                </a:lnTo>
                <a:lnTo>
                  <a:pt x="193662" y="21209"/>
                </a:lnTo>
                <a:lnTo>
                  <a:pt x="148932" y="2412"/>
                </a:lnTo>
                <a:lnTo>
                  <a:pt x="124206" y="0"/>
                </a:lnTo>
                <a:lnTo>
                  <a:pt x="75946" y="10033"/>
                </a:lnTo>
                <a:lnTo>
                  <a:pt x="36499" y="36449"/>
                </a:lnTo>
                <a:lnTo>
                  <a:pt x="10007" y="75946"/>
                </a:lnTo>
                <a:lnTo>
                  <a:pt x="0" y="124205"/>
                </a:lnTo>
                <a:lnTo>
                  <a:pt x="10007" y="171830"/>
                </a:lnTo>
                <a:lnTo>
                  <a:pt x="32969" y="210692"/>
                </a:lnTo>
                <a:lnTo>
                  <a:pt x="45923" y="229488"/>
                </a:lnTo>
                <a:lnTo>
                  <a:pt x="51790" y="239522"/>
                </a:lnTo>
                <a:lnTo>
                  <a:pt x="57696" y="249427"/>
                </a:lnTo>
                <a:lnTo>
                  <a:pt x="62979" y="260096"/>
                </a:lnTo>
                <a:lnTo>
                  <a:pt x="67703" y="271907"/>
                </a:lnTo>
                <a:lnTo>
                  <a:pt x="71805" y="284225"/>
                </a:lnTo>
                <a:lnTo>
                  <a:pt x="74752" y="297179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9" name="object 12">
            <a:extLst>
              <a:ext uri="{FF2B5EF4-FFF2-40B4-BE49-F238E27FC236}">
                <a16:creationId xmlns:a16="http://schemas.microsoft.com/office/drawing/2014/main" id="{3096D364-6CC0-4D80-9316-FEE5D1D02867}"/>
              </a:ext>
            </a:extLst>
          </p:cNvPr>
          <p:cNvSpPr/>
          <p:nvPr/>
        </p:nvSpPr>
        <p:spPr>
          <a:xfrm>
            <a:off x="454178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0"/>
                </a:moveTo>
                <a:lnTo>
                  <a:pt x="20523" y="68961"/>
                </a:lnTo>
                <a:lnTo>
                  <a:pt x="0" y="161543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0" name="object 13">
            <a:extLst>
              <a:ext uri="{FF2B5EF4-FFF2-40B4-BE49-F238E27FC236}">
                <a16:creationId xmlns:a16="http://schemas.microsoft.com/office/drawing/2014/main" id="{5A51283F-5A5F-4122-951C-16EF9C32CA9B}"/>
              </a:ext>
            </a:extLst>
          </p:cNvPr>
          <p:cNvSpPr/>
          <p:nvPr/>
        </p:nvSpPr>
        <p:spPr>
          <a:xfrm>
            <a:off x="385598" y="1540001"/>
            <a:ext cx="86817" cy="19812"/>
          </a:xfrm>
          <a:custGeom>
            <a:avLst/>
            <a:gdLst/>
            <a:ahLst/>
            <a:cxnLst/>
            <a:rect l="l" t="t" r="r" b="b"/>
            <a:pathLst>
              <a:path w="86817" h="19812">
                <a:moveTo>
                  <a:pt x="0" y="1905"/>
                </a:moveTo>
                <a:lnTo>
                  <a:pt x="19939" y="19812"/>
                </a:lnTo>
                <a:lnTo>
                  <a:pt x="39890" y="1905"/>
                </a:lnTo>
                <a:lnTo>
                  <a:pt x="41656" y="635"/>
                </a:lnTo>
                <a:lnTo>
                  <a:pt x="43408" y="0"/>
                </a:lnTo>
                <a:lnTo>
                  <a:pt x="45161" y="635"/>
                </a:lnTo>
                <a:lnTo>
                  <a:pt x="46926" y="1905"/>
                </a:lnTo>
                <a:lnTo>
                  <a:pt x="66878" y="19812"/>
                </a:lnTo>
                <a:lnTo>
                  <a:pt x="86817" y="1905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1" name="object 14">
            <a:extLst>
              <a:ext uri="{FF2B5EF4-FFF2-40B4-BE49-F238E27FC236}">
                <a16:creationId xmlns:a16="http://schemas.microsoft.com/office/drawing/2014/main" id="{A413B54A-712C-46C5-A159-9C7AF8F9E971}"/>
              </a:ext>
            </a:extLst>
          </p:cNvPr>
          <p:cNvSpPr/>
          <p:nvPr/>
        </p:nvSpPr>
        <p:spPr>
          <a:xfrm>
            <a:off x="379475" y="1710689"/>
            <a:ext cx="99060" cy="0"/>
          </a:xfrm>
          <a:custGeom>
            <a:avLst/>
            <a:gdLst/>
            <a:ahLst/>
            <a:cxnLst/>
            <a:rect l="l" t="t" r="r" b="b"/>
            <a:pathLst>
              <a:path w="99059">
                <a:moveTo>
                  <a:pt x="0" y="0"/>
                </a:moveTo>
                <a:lnTo>
                  <a:pt x="99060" y="0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2" name="object 15">
            <a:extLst>
              <a:ext uri="{FF2B5EF4-FFF2-40B4-BE49-F238E27FC236}">
                <a16:creationId xmlns:a16="http://schemas.microsoft.com/office/drawing/2014/main" id="{413A7575-AAF6-485C-8701-5E351DF94474}"/>
              </a:ext>
            </a:extLst>
          </p:cNvPr>
          <p:cNvSpPr/>
          <p:nvPr/>
        </p:nvSpPr>
        <p:spPr>
          <a:xfrm>
            <a:off x="739140" y="957835"/>
            <a:ext cx="428244" cy="371855"/>
          </a:xfrm>
          <a:custGeom>
            <a:avLst/>
            <a:gdLst/>
            <a:ahLst/>
            <a:cxnLst/>
            <a:rect l="l" t="t" r="r" b="b"/>
            <a:pathLst>
              <a:path w="428244" h="371855">
                <a:moveTo>
                  <a:pt x="321602" y="0"/>
                </a:moveTo>
                <a:lnTo>
                  <a:pt x="106641" y="0"/>
                </a:lnTo>
                <a:lnTo>
                  <a:pt x="0" y="185927"/>
                </a:lnTo>
                <a:lnTo>
                  <a:pt x="106641" y="371855"/>
                </a:lnTo>
                <a:lnTo>
                  <a:pt x="321602" y="371855"/>
                </a:lnTo>
                <a:lnTo>
                  <a:pt x="428244" y="185927"/>
                </a:lnTo>
                <a:lnTo>
                  <a:pt x="321602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3" name="object 16">
            <a:extLst>
              <a:ext uri="{FF2B5EF4-FFF2-40B4-BE49-F238E27FC236}">
                <a16:creationId xmlns:a16="http://schemas.microsoft.com/office/drawing/2014/main" id="{06A94F2E-8C48-47CD-8152-50B94BBE0677}"/>
              </a:ext>
            </a:extLst>
          </p:cNvPr>
          <p:cNvSpPr/>
          <p:nvPr/>
        </p:nvSpPr>
        <p:spPr>
          <a:xfrm>
            <a:off x="421386" y="857251"/>
            <a:ext cx="358140" cy="246125"/>
          </a:xfrm>
          <a:custGeom>
            <a:avLst/>
            <a:gdLst/>
            <a:ahLst/>
            <a:cxnLst/>
            <a:rect l="l" t="t" r="r" b="b"/>
            <a:pathLst>
              <a:path w="358140" h="246125">
                <a:moveTo>
                  <a:pt x="0" y="90677"/>
                </a:moveTo>
                <a:lnTo>
                  <a:pt x="89154" y="246125"/>
                </a:lnTo>
                <a:lnTo>
                  <a:pt x="268986" y="246125"/>
                </a:lnTo>
                <a:lnTo>
                  <a:pt x="358140" y="90677"/>
                </a:lnTo>
                <a:lnTo>
                  <a:pt x="306133" y="0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4" name="object 17">
            <a:extLst>
              <a:ext uri="{FF2B5EF4-FFF2-40B4-BE49-F238E27FC236}">
                <a16:creationId xmlns:a16="http://schemas.microsoft.com/office/drawing/2014/main" id="{79FE6946-C4B6-4AE2-8998-8D6B6CFF2492}"/>
              </a:ext>
            </a:extLst>
          </p:cNvPr>
          <p:cNvSpPr/>
          <p:nvPr/>
        </p:nvSpPr>
        <p:spPr>
          <a:xfrm>
            <a:off x="421386" y="857251"/>
            <a:ext cx="52006" cy="90677"/>
          </a:xfrm>
          <a:custGeom>
            <a:avLst/>
            <a:gdLst/>
            <a:ahLst/>
            <a:cxnLst/>
            <a:rect l="l" t="t" r="r" b="b"/>
            <a:pathLst>
              <a:path w="52006" h="90677">
                <a:moveTo>
                  <a:pt x="52006" y="0"/>
                </a:moveTo>
                <a:lnTo>
                  <a:pt x="0" y="90677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5" name="object 18">
            <a:extLst>
              <a:ext uri="{FF2B5EF4-FFF2-40B4-BE49-F238E27FC236}">
                <a16:creationId xmlns:a16="http://schemas.microsoft.com/office/drawing/2014/main" id="{BDB524AF-63F7-4B75-86CC-6A8A41D8EFC8}"/>
              </a:ext>
            </a:extLst>
          </p:cNvPr>
          <p:cNvSpPr/>
          <p:nvPr/>
        </p:nvSpPr>
        <p:spPr>
          <a:xfrm>
            <a:off x="336804" y="2309623"/>
            <a:ext cx="185902" cy="207263"/>
          </a:xfrm>
          <a:custGeom>
            <a:avLst/>
            <a:gdLst/>
            <a:ahLst/>
            <a:cxnLst/>
            <a:rect l="l" t="t" r="r" b="b"/>
            <a:pathLst>
              <a:path w="185902" h="207263">
                <a:moveTo>
                  <a:pt x="133807" y="0"/>
                </a:moveTo>
                <a:lnTo>
                  <a:pt x="128866" y="762"/>
                </a:lnTo>
                <a:lnTo>
                  <a:pt x="123939" y="1397"/>
                </a:lnTo>
                <a:lnTo>
                  <a:pt x="119011" y="2793"/>
                </a:lnTo>
                <a:lnTo>
                  <a:pt x="88734" y="27686"/>
                </a:lnTo>
                <a:lnTo>
                  <a:pt x="82397" y="52577"/>
                </a:lnTo>
                <a:lnTo>
                  <a:pt x="83083" y="60325"/>
                </a:lnTo>
                <a:lnTo>
                  <a:pt x="85216" y="68199"/>
                </a:lnTo>
                <a:lnTo>
                  <a:pt x="88023" y="75183"/>
                </a:lnTo>
                <a:lnTo>
                  <a:pt x="91541" y="81661"/>
                </a:lnTo>
                <a:lnTo>
                  <a:pt x="0" y="190245"/>
                </a:lnTo>
                <a:lnTo>
                  <a:pt x="10579" y="197992"/>
                </a:lnTo>
                <a:lnTo>
                  <a:pt x="20446" y="207263"/>
                </a:lnTo>
                <a:lnTo>
                  <a:pt x="111975" y="99313"/>
                </a:lnTo>
                <a:lnTo>
                  <a:pt x="155713" y="99313"/>
                </a:lnTo>
                <a:lnTo>
                  <a:pt x="158457" y="97916"/>
                </a:lnTo>
                <a:lnTo>
                  <a:pt x="184480" y="62483"/>
                </a:lnTo>
                <a:lnTo>
                  <a:pt x="185902" y="52577"/>
                </a:lnTo>
                <a:lnTo>
                  <a:pt x="185204" y="46862"/>
                </a:lnTo>
                <a:lnTo>
                  <a:pt x="184480" y="41910"/>
                </a:lnTo>
                <a:lnTo>
                  <a:pt x="183070" y="36956"/>
                </a:lnTo>
                <a:lnTo>
                  <a:pt x="181686" y="31876"/>
                </a:lnTo>
                <a:lnTo>
                  <a:pt x="162661" y="9270"/>
                </a:lnTo>
                <a:lnTo>
                  <a:pt x="158457" y="6350"/>
                </a:lnTo>
                <a:lnTo>
                  <a:pt x="154216" y="4317"/>
                </a:lnTo>
                <a:lnTo>
                  <a:pt x="149288" y="2793"/>
                </a:lnTo>
                <a:lnTo>
                  <a:pt x="144348" y="1397"/>
                </a:lnTo>
                <a:lnTo>
                  <a:pt x="133807" y="0"/>
                </a:lnTo>
                <a:close/>
              </a:path>
              <a:path w="185902" h="207263">
                <a:moveTo>
                  <a:pt x="155713" y="99313"/>
                </a:moveTo>
                <a:lnTo>
                  <a:pt x="111975" y="99313"/>
                </a:lnTo>
                <a:lnTo>
                  <a:pt x="116903" y="101473"/>
                </a:lnTo>
                <a:lnTo>
                  <a:pt x="122529" y="102997"/>
                </a:lnTo>
                <a:lnTo>
                  <a:pt x="133807" y="104266"/>
                </a:lnTo>
                <a:lnTo>
                  <a:pt x="139420" y="103631"/>
                </a:lnTo>
                <a:lnTo>
                  <a:pt x="144348" y="102997"/>
                </a:lnTo>
                <a:lnTo>
                  <a:pt x="149288" y="102235"/>
                </a:lnTo>
                <a:lnTo>
                  <a:pt x="154216" y="100075"/>
                </a:lnTo>
                <a:lnTo>
                  <a:pt x="155713" y="99313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6" name="object 19">
            <a:extLst>
              <a:ext uri="{FF2B5EF4-FFF2-40B4-BE49-F238E27FC236}">
                <a16:creationId xmlns:a16="http://schemas.microsoft.com/office/drawing/2014/main" id="{BB506128-04C5-43CA-963C-B6F546C0F300}"/>
              </a:ext>
            </a:extLst>
          </p:cNvPr>
          <p:cNvSpPr/>
          <p:nvPr/>
        </p:nvSpPr>
        <p:spPr>
          <a:xfrm>
            <a:off x="53339" y="2340102"/>
            <a:ext cx="149326" cy="172212"/>
          </a:xfrm>
          <a:custGeom>
            <a:avLst/>
            <a:gdLst/>
            <a:ahLst/>
            <a:cxnLst/>
            <a:rect l="l" t="t" r="r" b="b"/>
            <a:pathLst>
              <a:path w="149326" h="172212">
                <a:moveTo>
                  <a:pt x="106254" y="99949"/>
                </a:moveTo>
                <a:lnTo>
                  <a:pt x="71822" y="99949"/>
                </a:lnTo>
                <a:lnTo>
                  <a:pt x="127977" y="172212"/>
                </a:lnTo>
                <a:lnTo>
                  <a:pt x="137934" y="163702"/>
                </a:lnTo>
                <a:lnTo>
                  <a:pt x="149326" y="155956"/>
                </a:lnTo>
                <a:lnTo>
                  <a:pt x="106254" y="99949"/>
                </a:lnTo>
                <a:close/>
              </a:path>
              <a:path w="149326" h="172212">
                <a:moveTo>
                  <a:pt x="56188" y="0"/>
                </a:moveTo>
                <a:lnTo>
                  <a:pt x="45504" y="0"/>
                </a:lnTo>
                <a:lnTo>
                  <a:pt x="40525" y="762"/>
                </a:lnTo>
                <a:lnTo>
                  <a:pt x="35547" y="2159"/>
                </a:lnTo>
                <a:lnTo>
                  <a:pt x="31296" y="4318"/>
                </a:lnTo>
                <a:lnTo>
                  <a:pt x="26318" y="6350"/>
                </a:lnTo>
                <a:lnTo>
                  <a:pt x="2153" y="36830"/>
                </a:lnTo>
                <a:lnTo>
                  <a:pt x="0" y="47498"/>
                </a:lnTo>
                <a:lnTo>
                  <a:pt x="0" y="58165"/>
                </a:lnTo>
                <a:lnTo>
                  <a:pt x="727" y="63119"/>
                </a:lnTo>
                <a:lnTo>
                  <a:pt x="2153" y="68072"/>
                </a:lnTo>
                <a:lnTo>
                  <a:pt x="4279" y="72262"/>
                </a:lnTo>
                <a:lnTo>
                  <a:pt x="6404" y="77215"/>
                </a:lnTo>
                <a:lnTo>
                  <a:pt x="9258" y="80772"/>
                </a:lnTo>
                <a:lnTo>
                  <a:pt x="12081" y="85089"/>
                </a:lnTo>
                <a:lnTo>
                  <a:pt x="15662" y="88519"/>
                </a:lnTo>
                <a:lnTo>
                  <a:pt x="49783" y="103505"/>
                </a:lnTo>
                <a:lnTo>
                  <a:pt x="57616" y="103505"/>
                </a:lnTo>
                <a:lnTo>
                  <a:pt x="64719" y="101981"/>
                </a:lnTo>
                <a:lnTo>
                  <a:pt x="71822" y="99949"/>
                </a:lnTo>
                <a:lnTo>
                  <a:pt x="106254" y="99949"/>
                </a:lnTo>
                <a:lnTo>
                  <a:pt x="93167" y="82931"/>
                </a:lnTo>
                <a:lnTo>
                  <a:pt x="96710" y="77977"/>
                </a:lnTo>
                <a:lnTo>
                  <a:pt x="99542" y="73025"/>
                </a:lnTo>
                <a:lnTo>
                  <a:pt x="101688" y="67310"/>
                </a:lnTo>
                <a:lnTo>
                  <a:pt x="103124" y="60960"/>
                </a:lnTo>
                <a:lnTo>
                  <a:pt x="103822" y="56007"/>
                </a:lnTo>
                <a:lnTo>
                  <a:pt x="103822" y="45338"/>
                </a:lnTo>
                <a:lnTo>
                  <a:pt x="84632" y="11302"/>
                </a:lnTo>
                <a:lnTo>
                  <a:pt x="61167" y="762"/>
                </a:lnTo>
                <a:lnTo>
                  <a:pt x="5618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7" name="object 20">
            <a:extLst>
              <a:ext uri="{FF2B5EF4-FFF2-40B4-BE49-F238E27FC236}">
                <a16:creationId xmlns:a16="http://schemas.microsoft.com/office/drawing/2014/main" id="{F7B39F4A-6D3B-4FC2-A9FB-CC25EDEE1845}"/>
              </a:ext>
            </a:extLst>
          </p:cNvPr>
          <p:cNvSpPr/>
          <p:nvPr/>
        </p:nvSpPr>
        <p:spPr>
          <a:xfrm>
            <a:off x="0" y="2637283"/>
            <a:ext cx="158496" cy="126491"/>
          </a:xfrm>
          <a:custGeom>
            <a:avLst/>
            <a:gdLst/>
            <a:ahLst/>
            <a:cxnLst/>
            <a:rect l="l" t="t" r="r" b="b"/>
            <a:pathLst>
              <a:path w="158496" h="126491">
                <a:moveTo>
                  <a:pt x="3491" y="22605"/>
                </a:moveTo>
                <a:lnTo>
                  <a:pt x="0" y="23142"/>
                </a:lnTo>
                <a:lnTo>
                  <a:pt x="0" y="126491"/>
                </a:lnTo>
                <a:lnTo>
                  <a:pt x="4911" y="126491"/>
                </a:lnTo>
                <a:lnTo>
                  <a:pt x="9866" y="125729"/>
                </a:lnTo>
                <a:lnTo>
                  <a:pt x="19777" y="122935"/>
                </a:lnTo>
                <a:lnTo>
                  <a:pt x="24037" y="121538"/>
                </a:lnTo>
                <a:lnTo>
                  <a:pt x="28267" y="118744"/>
                </a:lnTo>
                <a:lnTo>
                  <a:pt x="32527" y="115823"/>
                </a:lnTo>
                <a:lnTo>
                  <a:pt x="36758" y="113029"/>
                </a:lnTo>
                <a:lnTo>
                  <a:pt x="53740" y="76326"/>
                </a:lnTo>
                <a:lnTo>
                  <a:pt x="53044" y="67817"/>
                </a:lnTo>
                <a:lnTo>
                  <a:pt x="113391" y="43179"/>
                </a:lnTo>
                <a:lnTo>
                  <a:pt x="43134" y="43179"/>
                </a:lnTo>
                <a:lnTo>
                  <a:pt x="32527" y="32512"/>
                </a:lnTo>
                <a:lnTo>
                  <a:pt x="27572" y="29717"/>
                </a:lnTo>
                <a:lnTo>
                  <a:pt x="23312" y="27558"/>
                </a:lnTo>
                <a:lnTo>
                  <a:pt x="18357" y="25400"/>
                </a:lnTo>
                <a:lnTo>
                  <a:pt x="13402" y="24002"/>
                </a:lnTo>
                <a:lnTo>
                  <a:pt x="8446" y="23367"/>
                </a:lnTo>
                <a:lnTo>
                  <a:pt x="3491" y="22605"/>
                </a:lnTo>
                <a:close/>
              </a:path>
              <a:path w="158496" h="126491">
                <a:moveTo>
                  <a:pt x="147891" y="0"/>
                </a:moveTo>
                <a:lnTo>
                  <a:pt x="43134" y="43179"/>
                </a:lnTo>
                <a:lnTo>
                  <a:pt x="113391" y="43179"/>
                </a:lnTo>
                <a:lnTo>
                  <a:pt x="158496" y="24764"/>
                </a:lnTo>
                <a:lnTo>
                  <a:pt x="152120" y="12700"/>
                </a:lnTo>
                <a:lnTo>
                  <a:pt x="147891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8" name="object 21">
            <a:extLst>
              <a:ext uri="{FF2B5EF4-FFF2-40B4-BE49-F238E27FC236}">
                <a16:creationId xmlns:a16="http://schemas.microsoft.com/office/drawing/2014/main" id="{D59DA53D-6D38-4288-900A-FBD98504B35F}"/>
              </a:ext>
            </a:extLst>
          </p:cNvPr>
          <p:cNvSpPr/>
          <p:nvPr/>
        </p:nvSpPr>
        <p:spPr>
          <a:xfrm>
            <a:off x="204241" y="2724151"/>
            <a:ext cx="103606" cy="185927"/>
          </a:xfrm>
          <a:custGeom>
            <a:avLst/>
            <a:gdLst/>
            <a:ahLst/>
            <a:cxnLst/>
            <a:rect l="l" t="t" r="r" b="b"/>
            <a:pathLst>
              <a:path w="103606" h="185927">
                <a:moveTo>
                  <a:pt x="43294" y="0"/>
                </a:moveTo>
                <a:lnTo>
                  <a:pt x="40449" y="83057"/>
                </a:lnTo>
                <a:lnTo>
                  <a:pt x="34785" y="84455"/>
                </a:lnTo>
                <a:lnTo>
                  <a:pt x="29082" y="87249"/>
                </a:lnTo>
                <a:lnTo>
                  <a:pt x="23418" y="90169"/>
                </a:lnTo>
                <a:lnTo>
                  <a:pt x="18453" y="93725"/>
                </a:lnTo>
                <a:lnTo>
                  <a:pt x="14185" y="97281"/>
                </a:lnTo>
                <a:lnTo>
                  <a:pt x="11366" y="101473"/>
                </a:lnTo>
                <a:lnTo>
                  <a:pt x="7785" y="105791"/>
                </a:lnTo>
                <a:lnTo>
                  <a:pt x="0" y="139064"/>
                </a:lnTo>
                <a:lnTo>
                  <a:pt x="698" y="144018"/>
                </a:lnTo>
                <a:lnTo>
                  <a:pt x="12064" y="166750"/>
                </a:lnTo>
                <a:lnTo>
                  <a:pt x="15608" y="171069"/>
                </a:lnTo>
                <a:lnTo>
                  <a:pt x="19151" y="174625"/>
                </a:lnTo>
                <a:lnTo>
                  <a:pt x="23418" y="177419"/>
                </a:lnTo>
                <a:lnTo>
                  <a:pt x="27660" y="179577"/>
                </a:lnTo>
                <a:lnTo>
                  <a:pt x="32626" y="181610"/>
                </a:lnTo>
                <a:lnTo>
                  <a:pt x="36906" y="183769"/>
                </a:lnTo>
                <a:lnTo>
                  <a:pt x="46837" y="185293"/>
                </a:lnTo>
                <a:lnTo>
                  <a:pt x="51803" y="185927"/>
                </a:lnTo>
                <a:lnTo>
                  <a:pt x="56768" y="185293"/>
                </a:lnTo>
                <a:lnTo>
                  <a:pt x="92252" y="166116"/>
                </a:lnTo>
                <a:lnTo>
                  <a:pt x="95059" y="161798"/>
                </a:lnTo>
                <a:lnTo>
                  <a:pt x="97917" y="157480"/>
                </a:lnTo>
                <a:lnTo>
                  <a:pt x="100037" y="153288"/>
                </a:lnTo>
                <a:lnTo>
                  <a:pt x="102882" y="143382"/>
                </a:lnTo>
                <a:lnTo>
                  <a:pt x="103513" y="139064"/>
                </a:lnTo>
                <a:lnTo>
                  <a:pt x="103606" y="128397"/>
                </a:lnTo>
                <a:lnTo>
                  <a:pt x="102882" y="123443"/>
                </a:lnTo>
                <a:lnTo>
                  <a:pt x="80187" y="90169"/>
                </a:lnTo>
                <a:lnTo>
                  <a:pt x="67411" y="84455"/>
                </a:lnTo>
                <a:lnTo>
                  <a:pt x="70234" y="1397"/>
                </a:lnTo>
                <a:lnTo>
                  <a:pt x="61747" y="1397"/>
                </a:lnTo>
                <a:lnTo>
                  <a:pt x="52501" y="762"/>
                </a:lnTo>
                <a:lnTo>
                  <a:pt x="43294" y="0"/>
                </a:lnTo>
                <a:close/>
              </a:path>
              <a:path w="103606" h="185927">
                <a:moveTo>
                  <a:pt x="70256" y="762"/>
                </a:moveTo>
                <a:lnTo>
                  <a:pt x="61747" y="1397"/>
                </a:lnTo>
                <a:lnTo>
                  <a:pt x="70234" y="1397"/>
                </a:lnTo>
                <a:lnTo>
                  <a:pt x="70256" y="762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9" name="object 22">
            <a:extLst>
              <a:ext uri="{FF2B5EF4-FFF2-40B4-BE49-F238E27FC236}">
                <a16:creationId xmlns:a16="http://schemas.microsoft.com/office/drawing/2014/main" id="{22AB4573-6E9C-4B74-A04E-68A13776FC10}"/>
              </a:ext>
            </a:extLst>
          </p:cNvPr>
          <p:cNvSpPr/>
          <p:nvPr/>
        </p:nvSpPr>
        <p:spPr>
          <a:xfrm>
            <a:off x="387122" y="2582417"/>
            <a:ext cx="187401" cy="103632"/>
          </a:xfrm>
          <a:custGeom>
            <a:avLst/>
            <a:gdLst/>
            <a:ahLst/>
            <a:cxnLst/>
            <a:rect l="l" t="t" r="r" b="b"/>
            <a:pathLst>
              <a:path w="187401" h="103632">
                <a:moveTo>
                  <a:pt x="2844" y="21844"/>
                </a:moveTo>
                <a:lnTo>
                  <a:pt x="2120" y="35179"/>
                </a:lnTo>
                <a:lnTo>
                  <a:pt x="0" y="47879"/>
                </a:lnTo>
                <a:lnTo>
                  <a:pt x="84150" y="58547"/>
                </a:lnTo>
                <a:lnTo>
                  <a:pt x="84874" y="64135"/>
                </a:lnTo>
                <a:lnTo>
                  <a:pt x="86982" y="69723"/>
                </a:lnTo>
                <a:lnTo>
                  <a:pt x="89090" y="74041"/>
                </a:lnTo>
                <a:lnTo>
                  <a:pt x="91236" y="78994"/>
                </a:lnTo>
                <a:lnTo>
                  <a:pt x="94043" y="83185"/>
                </a:lnTo>
                <a:lnTo>
                  <a:pt x="97586" y="86741"/>
                </a:lnTo>
                <a:lnTo>
                  <a:pt x="101117" y="90170"/>
                </a:lnTo>
                <a:lnTo>
                  <a:pt x="104673" y="93726"/>
                </a:lnTo>
                <a:lnTo>
                  <a:pt x="128015" y="102870"/>
                </a:lnTo>
                <a:lnTo>
                  <a:pt x="132930" y="103632"/>
                </a:lnTo>
                <a:lnTo>
                  <a:pt x="137883" y="103632"/>
                </a:lnTo>
                <a:lnTo>
                  <a:pt x="142836" y="102870"/>
                </a:lnTo>
                <a:lnTo>
                  <a:pt x="147789" y="102235"/>
                </a:lnTo>
                <a:lnTo>
                  <a:pt x="152742" y="100076"/>
                </a:lnTo>
                <a:lnTo>
                  <a:pt x="157695" y="98679"/>
                </a:lnTo>
                <a:lnTo>
                  <a:pt x="162636" y="95885"/>
                </a:lnTo>
                <a:lnTo>
                  <a:pt x="166903" y="93091"/>
                </a:lnTo>
                <a:lnTo>
                  <a:pt x="177495" y="82423"/>
                </a:lnTo>
                <a:lnTo>
                  <a:pt x="179603" y="78232"/>
                </a:lnTo>
                <a:lnTo>
                  <a:pt x="182448" y="74041"/>
                </a:lnTo>
                <a:lnTo>
                  <a:pt x="185280" y="64135"/>
                </a:lnTo>
                <a:lnTo>
                  <a:pt x="186702" y="59944"/>
                </a:lnTo>
                <a:lnTo>
                  <a:pt x="187401" y="54229"/>
                </a:lnTo>
                <a:lnTo>
                  <a:pt x="187401" y="49403"/>
                </a:lnTo>
                <a:lnTo>
                  <a:pt x="185978" y="39497"/>
                </a:lnTo>
                <a:lnTo>
                  <a:pt x="182942" y="32385"/>
                </a:lnTo>
                <a:lnTo>
                  <a:pt x="87680" y="32385"/>
                </a:lnTo>
                <a:lnTo>
                  <a:pt x="2844" y="21844"/>
                </a:lnTo>
                <a:close/>
              </a:path>
              <a:path w="187401" h="103632">
                <a:moveTo>
                  <a:pt x="132930" y="0"/>
                </a:moveTo>
                <a:lnTo>
                  <a:pt x="95465" y="19050"/>
                </a:lnTo>
                <a:lnTo>
                  <a:pt x="87680" y="32385"/>
                </a:lnTo>
                <a:lnTo>
                  <a:pt x="182942" y="32385"/>
                </a:lnTo>
                <a:lnTo>
                  <a:pt x="161950" y="7747"/>
                </a:lnTo>
                <a:lnTo>
                  <a:pt x="157695" y="4953"/>
                </a:lnTo>
                <a:lnTo>
                  <a:pt x="142836" y="762"/>
                </a:lnTo>
                <a:lnTo>
                  <a:pt x="137883" y="762"/>
                </a:lnTo>
                <a:lnTo>
                  <a:pt x="13293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0" name="object 23">
            <a:extLst>
              <a:ext uri="{FF2B5EF4-FFF2-40B4-BE49-F238E27FC236}">
                <a16:creationId xmlns:a16="http://schemas.microsoft.com/office/drawing/2014/main" id="{E4196ECA-A5B8-44A9-A064-50C1BFE43F45}"/>
              </a:ext>
            </a:extLst>
          </p:cNvPr>
          <p:cNvSpPr/>
          <p:nvPr/>
        </p:nvSpPr>
        <p:spPr>
          <a:xfrm>
            <a:off x="156971" y="2490977"/>
            <a:ext cx="219430" cy="220980"/>
          </a:xfrm>
          <a:custGeom>
            <a:avLst/>
            <a:gdLst/>
            <a:ahLst/>
            <a:cxnLst/>
            <a:rect l="l" t="t" r="r" b="b"/>
            <a:pathLst>
              <a:path w="219430" h="220980">
                <a:moveTo>
                  <a:pt x="109728" y="0"/>
                </a:moveTo>
                <a:lnTo>
                  <a:pt x="67233" y="8509"/>
                </a:lnTo>
                <a:lnTo>
                  <a:pt x="32550" y="32638"/>
                </a:lnTo>
                <a:lnTo>
                  <a:pt x="8496" y="67563"/>
                </a:lnTo>
                <a:lnTo>
                  <a:pt x="0" y="110109"/>
                </a:lnTo>
                <a:lnTo>
                  <a:pt x="698" y="121538"/>
                </a:lnTo>
                <a:lnTo>
                  <a:pt x="13449" y="162687"/>
                </a:lnTo>
                <a:lnTo>
                  <a:pt x="40347" y="195325"/>
                </a:lnTo>
                <a:lnTo>
                  <a:pt x="67233" y="211709"/>
                </a:lnTo>
                <a:lnTo>
                  <a:pt x="77152" y="216026"/>
                </a:lnTo>
                <a:lnTo>
                  <a:pt x="87757" y="218186"/>
                </a:lnTo>
                <a:lnTo>
                  <a:pt x="98399" y="220218"/>
                </a:lnTo>
                <a:lnTo>
                  <a:pt x="109728" y="220980"/>
                </a:lnTo>
                <a:lnTo>
                  <a:pt x="121031" y="220218"/>
                </a:lnTo>
                <a:lnTo>
                  <a:pt x="162102" y="207518"/>
                </a:lnTo>
                <a:lnTo>
                  <a:pt x="194652" y="180467"/>
                </a:lnTo>
                <a:lnTo>
                  <a:pt x="215201" y="143510"/>
                </a:lnTo>
                <a:lnTo>
                  <a:pt x="219430" y="121538"/>
                </a:lnTo>
                <a:lnTo>
                  <a:pt x="219430" y="99441"/>
                </a:lnTo>
                <a:lnTo>
                  <a:pt x="217309" y="88137"/>
                </a:lnTo>
                <a:lnTo>
                  <a:pt x="215201" y="77470"/>
                </a:lnTo>
                <a:lnTo>
                  <a:pt x="210934" y="67563"/>
                </a:lnTo>
                <a:lnTo>
                  <a:pt x="206705" y="57531"/>
                </a:lnTo>
                <a:lnTo>
                  <a:pt x="179781" y="25654"/>
                </a:lnTo>
                <a:lnTo>
                  <a:pt x="142278" y="4952"/>
                </a:lnTo>
                <a:lnTo>
                  <a:pt x="121031" y="762"/>
                </a:lnTo>
                <a:lnTo>
                  <a:pt x="10972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1" name="object 26">
            <a:extLst>
              <a:ext uri="{FF2B5EF4-FFF2-40B4-BE49-F238E27FC236}">
                <a16:creationId xmlns:a16="http://schemas.microsoft.com/office/drawing/2014/main" id="{C09DE7F0-F2DE-46F7-9022-8BAF46FA1266}"/>
              </a:ext>
            </a:extLst>
          </p:cNvPr>
          <p:cNvSpPr txBox="1"/>
          <p:nvPr/>
        </p:nvSpPr>
        <p:spPr>
          <a:xfrm>
            <a:off x="1275715" y="3021076"/>
            <a:ext cx="334645" cy="7747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ES" sz="4800" b="1" spc="-25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4800" dirty="0">
              <a:latin typeface="Calibri"/>
              <a:cs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A1CE60C-1A28-4346-9D23-67269DA1CA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2262" y="1892677"/>
            <a:ext cx="4693322" cy="2975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552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952500" y="-10469"/>
            <a:ext cx="7239000" cy="157129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Estructura del </a:t>
            </a:r>
            <a:r>
              <a:rPr lang="es-ES_tradnl" sz="44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for</a:t>
            </a:r>
            <a:b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</a:br>
            <a:r>
              <a:rPr lang="es-ES_tradnl" sz="3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for</a:t>
            </a:r>
            <a:r>
              <a:rPr lang="es-ES_tradnl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(</a:t>
            </a:r>
            <a:r>
              <a:rPr lang="es-ES_tradnl" sz="3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min_value</a:t>
            </a:r>
            <a:r>
              <a:rPr lang="es-ES_tradnl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, </a:t>
            </a:r>
            <a:r>
              <a:rPr lang="es-ES_tradnl" sz="3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max_value</a:t>
            </a:r>
            <a:r>
              <a:rPr lang="es-ES_tradnl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)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165" y="1648149"/>
            <a:ext cx="8123403" cy="2917662"/>
          </a:xfrm>
        </p:spPr>
        <p:txBody>
          <a:bodyPr>
            <a:noAutofit/>
          </a:bodyPr>
          <a:lstStyle/>
          <a:p>
            <a:pPr algn="just">
              <a:lnSpc>
                <a:spcPct val="170000"/>
              </a:lnSpc>
              <a:spcBef>
                <a:spcPts val="0"/>
              </a:spcBef>
              <a:spcAft>
                <a:spcPts val="1200"/>
              </a:spcAft>
            </a:pPr>
            <a:r>
              <a:rPr lang="es-ES" sz="2200" dirty="0">
                <a:solidFill>
                  <a:schemeClr val="bg2">
                    <a:lumMod val="25000"/>
                  </a:schemeClr>
                </a:solidFill>
              </a:rPr>
              <a:t>Se puede utilizar el ciclo </a:t>
            </a:r>
            <a:r>
              <a:rPr lang="es-ES" sz="2200" b="1" dirty="0" err="1">
                <a:solidFill>
                  <a:schemeClr val="accent6">
                    <a:lumMod val="75000"/>
                  </a:schemeClr>
                </a:solidFill>
              </a:rPr>
              <a:t>for</a:t>
            </a:r>
            <a:r>
              <a:rPr lang="es-ES" sz="2200" dirty="0">
                <a:solidFill>
                  <a:schemeClr val="bg2">
                    <a:lumMod val="25000"/>
                  </a:schemeClr>
                </a:solidFill>
              </a:rPr>
              <a:t> para incrementar en </a:t>
            </a:r>
            <a:r>
              <a:rPr lang="es-ES" sz="2200" b="1" dirty="0">
                <a:solidFill>
                  <a:schemeClr val="accent6">
                    <a:lumMod val="75000"/>
                  </a:schemeClr>
                </a:solidFill>
              </a:rPr>
              <a:t>uno </a:t>
            </a:r>
            <a:r>
              <a:rPr lang="es-ES" sz="2200" dirty="0">
                <a:solidFill>
                  <a:schemeClr val="bg2">
                    <a:lumMod val="25000"/>
                  </a:schemeClr>
                </a:solidFill>
              </a:rPr>
              <a:t>el valor de una variable entera. </a:t>
            </a:r>
          </a:p>
          <a:p>
            <a:pPr algn="just">
              <a:lnSpc>
                <a:spcPct val="170000"/>
              </a:lnSpc>
              <a:spcBef>
                <a:spcPts val="0"/>
              </a:spcBef>
              <a:spcAft>
                <a:spcPts val="1200"/>
              </a:spcAft>
            </a:pPr>
            <a:r>
              <a:rPr lang="es-ES" sz="2200" dirty="0">
                <a:solidFill>
                  <a:schemeClr val="bg2">
                    <a:lumMod val="25000"/>
                  </a:schemeClr>
                </a:solidFill>
              </a:rPr>
              <a:t>El </a:t>
            </a:r>
            <a:r>
              <a:rPr lang="es-ES" sz="2200" b="1" dirty="0" err="1">
                <a:solidFill>
                  <a:schemeClr val="accent6">
                    <a:lumMod val="75000"/>
                  </a:schemeClr>
                </a:solidFill>
              </a:rPr>
              <a:t>range</a:t>
            </a:r>
            <a:r>
              <a:rPr lang="es-ES" sz="2200" b="1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es-ES" sz="2200" b="1" dirty="0" err="1">
                <a:solidFill>
                  <a:schemeClr val="accent6">
                    <a:lumMod val="75000"/>
                  </a:schemeClr>
                </a:solidFill>
              </a:rPr>
              <a:t>min_value</a:t>
            </a:r>
            <a:r>
              <a:rPr lang="es-ES" sz="2200" b="1" dirty="0">
                <a:solidFill>
                  <a:schemeClr val="accent6">
                    <a:lumMod val="75000"/>
                  </a:schemeClr>
                </a:solidFill>
              </a:rPr>
              <a:t>, </a:t>
            </a:r>
            <a:r>
              <a:rPr lang="es-ES" sz="2200" b="1" dirty="0" err="1">
                <a:solidFill>
                  <a:schemeClr val="accent6">
                    <a:lumMod val="75000"/>
                  </a:schemeClr>
                </a:solidFill>
              </a:rPr>
              <a:t>max_value</a:t>
            </a:r>
            <a:r>
              <a:rPr lang="es-ES" sz="2200" b="1" dirty="0">
                <a:solidFill>
                  <a:schemeClr val="accent6">
                    <a:lumMod val="75000"/>
                  </a:schemeClr>
                </a:solidFill>
              </a:rPr>
              <a:t>) </a:t>
            </a:r>
            <a:r>
              <a:rPr lang="es-ES" sz="2200" dirty="0">
                <a:solidFill>
                  <a:schemeClr val="bg2">
                    <a:lumMod val="25000"/>
                  </a:schemeClr>
                </a:solidFill>
              </a:rPr>
              <a:t>genera una secuencia con números </a:t>
            </a:r>
            <a:r>
              <a:rPr lang="es-ES" sz="2200" b="1" dirty="0" err="1">
                <a:solidFill>
                  <a:srgbClr val="0070C0"/>
                </a:solidFill>
              </a:rPr>
              <a:t>min_value</a:t>
            </a:r>
            <a:r>
              <a:rPr lang="es-ES" sz="2200" b="1" dirty="0">
                <a:solidFill>
                  <a:srgbClr val="0070C0"/>
                </a:solidFill>
              </a:rPr>
              <a:t> , </a:t>
            </a:r>
            <a:r>
              <a:rPr lang="es-ES" sz="2200" b="1" dirty="0" err="1">
                <a:solidFill>
                  <a:srgbClr val="0070C0"/>
                </a:solidFill>
              </a:rPr>
              <a:t>min_value</a:t>
            </a:r>
            <a:r>
              <a:rPr lang="es-ES" sz="2200" b="1" dirty="0">
                <a:solidFill>
                  <a:srgbClr val="0070C0"/>
                </a:solidFill>
              </a:rPr>
              <a:t> + 1 , ..., </a:t>
            </a:r>
            <a:r>
              <a:rPr lang="es-ES" sz="2200" b="1" dirty="0" err="1">
                <a:solidFill>
                  <a:srgbClr val="0070C0"/>
                </a:solidFill>
              </a:rPr>
              <a:t>max_value</a:t>
            </a:r>
            <a:r>
              <a:rPr lang="es-ES" sz="2200" b="1" dirty="0">
                <a:solidFill>
                  <a:srgbClr val="0070C0"/>
                </a:solidFill>
              </a:rPr>
              <a:t> – 1</a:t>
            </a:r>
            <a:r>
              <a:rPr lang="es-ES" sz="2200" dirty="0">
                <a:solidFill>
                  <a:schemeClr val="bg2">
                    <a:lumMod val="25000"/>
                  </a:schemeClr>
                </a:solidFill>
              </a:rPr>
              <a:t>. El último número no está incluido. </a:t>
            </a:r>
            <a:endParaRPr lang="es-ES_tradnl" sz="2200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3" name="Imagen 2" descr="Imagen que contiene globo, lámpara&#10;&#10;Descripción generada automáticamente">
            <a:extLst>
              <a:ext uri="{FF2B5EF4-FFF2-40B4-BE49-F238E27FC236}">
                <a16:creationId xmlns:a16="http://schemas.microsoft.com/office/drawing/2014/main" id="{C41043D5-FA3A-49D4-8CB3-6DC6B098226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3350" y="4869160"/>
            <a:ext cx="1721793" cy="1471254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8CB516CA-BFCA-45D9-B146-6CE795A4C79E}"/>
              </a:ext>
            </a:extLst>
          </p:cNvPr>
          <p:cNvSpPr/>
          <p:nvPr/>
        </p:nvSpPr>
        <p:spPr>
          <a:xfrm>
            <a:off x="1043608" y="4941168"/>
            <a:ext cx="6048672" cy="1143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_tradnl" sz="2400" b="1" dirty="0" err="1">
                <a:solidFill>
                  <a:schemeClr val="accent6">
                    <a:lumMod val="75000"/>
                  </a:schemeClr>
                </a:solidFill>
              </a:rPr>
              <a:t>for</a:t>
            </a:r>
            <a:r>
              <a:rPr lang="es-ES_tradnl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s-ES_tradnl" sz="2400" b="1" dirty="0">
                <a:solidFill>
                  <a:srgbClr val="FF3300"/>
                </a:solidFill>
              </a:rPr>
              <a:t>contador </a:t>
            </a:r>
            <a:r>
              <a:rPr lang="es-ES_tradnl" sz="2400" b="1" dirty="0">
                <a:solidFill>
                  <a:srgbClr val="00B050"/>
                </a:solidFill>
              </a:rPr>
              <a:t>in </a:t>
            </a:r>
            <a:r>
              <a:rPr lang="es-ES_tradnl" sz="2400" b="1" dirty="0" err="1">
                <a:solidFill>
                  <a:srgbClr val="00B050"/>
                </a:solidFill>
              </a:rPr>
              <a:t>range</a:t>
            </a:r>
            <a:r>
              <a:rPr lang="es-ES_tradnl" sz="2400" b="1" dirty="0">
                <a:solidFill>
                  <a:srgbClr val="00B050"/>
                </a:solidFill>
              </a:rPr>
              <a:t> </a:t>
            </a:r>
            <a:r>
              <a:rPr lang="es-ES_tradnl" sz="2400" b="1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es-ES_tradnl" sz="2400" b="1" dirty="0" err="1">
                <a:solidFill>
                  <a:schemeClr val="accent6">
                    <a:lumMod val="75000"/>
                  </a:schemeClr>
                </a:solidFill>
              </a:rPr>
              <a:t>min_value</a:t>
            </a:r>
            <a:r>
              <a:rPr lang="es-ES_tradnl" sz="2400" b="1" dirty="0">
                <a:solidFill>
                  <a:schemeClr val="accent6">
                    <a:lumMod val="75000"/>
                  </a:schemeClr>
                </a:solidFill>
              </a:rPr>
              <a:t>, </a:t>
            </a:r>
            <a:r>
              <a:rPr lang="es-ES_tradnl" sz="2400" b="1" dirty="0" err="1">
                <a:solidFill>
                  <a:schemeClr val="accent6">
                    <a:lumMod val="75000"/>
                  </a:schemeClr>
                </a:solidFill>
              </a:rPr>
              <a:t>max_value</a:t>
            </a:r>
            <a:r>
              <a:rPr lang="es-ES_tradnl" sz="2400" b="1" dirty="0">
                <a:solidFill>
                  <a:schemeClr val="accent6">
                    <a:lumMod val="75000"/>
                  </a:schemeClr>
                </a:solidFill>
              </a:rPr>
              <a:t>): </a:t>
            </a:r>
          </a:p>
          <a:p>
            <a:pPr>
              <a:lnSpc>
                <a:spcPct val="150000"/>
              </a:lnSpc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</a:rPr>
              <a:t>       instrucciones</a:t>
            </a:r>
            <a:endParaRPr lang="es-ES_tradnl" sz="2400" b="1" dirty="0"/>
          </a:p>
        </p:txBody>
      </p:sp>
    </p:spTree>
    <p:extLst>
      <p:ext uri="{BB962C8B-B14F-4D97-AF65-F5344CB8AC3E}">
        <p14:creationId xmlns:p14="http://schemas.microsoft.com/office/powerpoint/2010/main" val="3605565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60525"/>
            <a:ext cx="940308" cy="8961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420623" y="2533650"/>
            <a:ext cx="2065020" cy="17891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-4572" y="3987546"/>
            <a:ext cx="1778508" cy="204825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762000" y="1735074"/>
            <a:ext cx="819912" cy="710184"/>
          </a:xfrm>
          <a:custGeom>
            <a:avLst/>
            <a:gdLst/>
            <a:ahLst/>
            <a:cxnLst/>
            <a:rect l="l" t="t" r="r" b="b"/>
            <a:pathLst>
              <a:path w="819912" h="710184">
                <a:moveTo>
                  <a:pt x="0" y="355091"/>
                </a:moveTo>
                <a:lnTo>
                  <a:pt x="203657" y="710184"/>
                </a:lnTo>
                <a:lnTo>
                  <a:pt x="616204" y="710184"/>
                </a:lnTo>
                <a:lnTo>
                  <a:pt x="819912" y="355091"/>
                </a:lnTo>
                <a:lnTo>
                  <a:pt x="616204" y="0"/>
                </a:lnTo>
                <a:lnTo>
                  <a:pt x="203657" y="0"/>
                </a:lnTo>
                <a:lnTo>
                  <a:pt x="0" y="355091"/>
                </a:lnTo>
                <a:close/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996721" y="2050541"/>
            <a:ext cx="82270" cy="184404"/>
          </a:xfrm>
          <a:custGeom>
            <a:avLst/>
            <a:gdLst/>
            <a:ahLst/>
            <a:cxnLst/>
            <a:rect l="l" t="t" r="r" b="b"/>
            <a:pathLst>
              <a:path w="82270" h="184404">
                <a:moveTo>
                  <a:pt x="82270" y="0"/>
                </a:moveTo>
                <a:lnTo>
                  <a:pt x="0" y="0"/>
                </a:lnTo>
                <a:lnTo>
                  <a:pt x="0" y="184404"/>
                </a:lnTo>
                <a:lnTo>
                  <a:pt x="82270" y="184404"/>
                </a:lnTo>
                <a:lnTo>
                  <a:pt x="82270" y="50546"/>
                </a:lnTo>
                <a:lnTo>
                  <a:pt x="50571" y="50546"/>
                </a:lnTo>
                <a:lnTo>
                  <a:pt x="47510" y="50037"/>
                </a:lnTo>
                <a:lnTo>
                  <a:pt x="35750" y="35813"/>
                </a:lnTo>
                <a:lnTo>
                  <a:pt x="36283" y="32766"/>
                </a:lnTo>
                <a:lnTo>
                  <a:pt x="50571" y="20955"/>
                </a:lnTo>
                <a:lnTo>
                  <a:pt x="82270" y="20955"/>
                </a:lnTo>
                <a:lnTo>
                  <a:pt x="82270" y="0"/>
                </a:lnTo>
                <a:close/>
              </a:path>
              <a:path w="82270" h="184404">
                <a:moveTo>
                  <a:pt x="82270" y="20955"/>
                </a:moveTo>
                <a:lnTo>
                  <a:pt x="50571" y="20955"/>
                </a:lnTo>
                <a:lnTo>
                  <a:pt x="53644" y="21462"/>
                </a:lnTo>
                <a:lnTo>
                  <a:pt x="58750" y="23495"/>
                </a:lnTo>
                <a:lnTo>
                  <a:pt x="62852" y="27559"/>
                </a:lnTo>
                <a:lnTo>
                  <a:pt x="64376" y="30099"/>
                </a:lnTo>
                <a:lnTo>
                  <a:pt x="64884" y="32766"/>
                </a:lnTo>
                <a:lnTo>
                  <a:pt x="65405" y="35813"/>
                </a:lnTo>
                <a:lnTo>
                  <a:pt x="64884" y="38862"/>
                </a:lnTo>
                <a:lnTo>
                  <a:pt x="50571" y="50546"/>
                </a:lnTo>
                <a:lnTo>
                  <a:pt x="82270" y="50546"/>
                </a:lnTo>
                <a:lnTo>
                  <a:pt x="82270" y="20955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1091209" y="1928622"/>
            <a:ext cx="256006" cy="324612"/>
          </a:xfrm>
          <a:custGeom>
            <a:avLst/>
            <a:gdLst/>
            <a:ahLst/>
            <a:cxnLst/>
            <a:rect l="l" t="t" r="r" b="b"/>
            <a:pathLst>
              <a:path w="256006" h="324612">
                <a:moveTo>
                  <a:pt x="131800" y="0"/>
                </a:moveTo>
                <a:lnTo>
                  <a:pt x="103822" y="30606"/>
                </a:lnTo>
                <a:lnTo>
                  <a:pt x="99758" y="42417"/>
                </a:lnTo>
                <a:lnTo>
                  <a:pt x="80911" y="82168"/>
                </a:lnTo>
                <a:lnTo>
                  <a:pt x="76327" y="86740"/>
                </a:lnTo>
                <a:lnTo>
                  <a:pt x="69202" y="93979"/>
                </a:lnTo>
                <a:lnTo>
                  <a:pt x="52400" y="109727"/>
                </a:lnTo>
                <a:lnTo>
                  <a:pt x="30022" y="130175"/>
                </a:lnTo>
                <a:lnTo>
                  <a:pt x="0" y="130175"/>
                </a:lnTo>
                <a:lnTo>
                  <a:pt x="0" y="280669"/>
                </a:lnTo>
                <a:lnTo>
                  <a:pt x="31546" y="280669"/>
                </a:lnTo>
                <a:lnTo>
                  <a:pt x="41732" y="285876"/>
                </a:lnTo>
                <a:lnTo>
                  <a:pt x="55968" y="291973"/>
                </a:lnTo>
                <a:lnTo>
                  <a:pt x="94665" y="306704"/>
                </a:lnTo>
                <a:lnTo>
                  <a:pt x="138925" y="319024"/>
                </a:lnTo>
                <a:lnTo>
                  <a:pt x="149618" y="321563"/>
                </a:lnTo>
                <a:lnTo>
                  <a:pt x="160312" y="323088"/>
                </a:lnTo>
                <a:lnTo>
                  <a:pt x="169976" y="324103"/>
                </a:lnTo>
                <a:lnTo>
                  <a:pt x="179679" y="324612"/>
                </a:lnTo>
                <a:lnTo>
                  <a:pt x="195935" y="324612"/>
                </a:lnTo>
                <a:lnTo>
                  <a:pt x="232638" y="310768"/>
                </a:lnTo>
                <a:lnTo>
                  <a:pt x="234162" y="296037"/>
                </a:lnTo>
                <a:lnTo>
                  <a:pt x="233654" y="292480"/>
                </a:lnTo>
                <a:lnTo>
                  <a:pt x="232638" y="289432"/>
                </a:lnTo>
                <a:lnTo>
                  <a:pt x="230479" y="286385"/>
                </a:lnTo>
                <a:lnTo>
                  <a:pt x="227558" y="283717"/>
                </a:lnTo>
                <a:lnTo>
                  <a:pt x="230098" y="283337"/>
                </a:lnTo>
                <a:lnTo>
                  <a:pt x="232638" y="282193"/>
                </a:lnTo>
                <a:lnTo>
                  <a:pt x="235178" y="281177"/>
                </a:lnTo>
                <a:lnTo>
                  <a:pt x="237210" y="279145"/>
                </a:lnTo>
                <a:lnTo>
                  <a:pt x="243306" y="250570"/>
                </a:lnTo>
                <a:lnTo>
                  <a:pt x="243306" y="245999"/>
                </a:lnTo>
                <a:lnTo>
                  <a:pt x="242798" y="243458"/>
                </a:lnTo>
                <a:lnTo>
                  <a:pt x="241782" y="241426"/>
                </a:lnTo>
                <a:lnTo>
                  <a:pt x="239242" y="237870"/>
                </a:lnTo>
                <a:lnTo>
                  <a:pt x="236194" y="234823"/>
                </a:lnTo>
                <a:lnTo>
                  <a:pt x="238734" y="234314"/>
                </a:lnTo>
                <a:lnTo>
                  <a:pt x="250418" y="202056"/>
                </a:lnTo>
                <a:lnTo>
                  <a:pt x="250418" y="196976"/>
                </a:lnTo>
                <a:lnTo>
                  <a:pt x="249910" y="194437"/>
                </a:lnTo>
                <a:lnTo>
                  <a:pt x="247878" y="190373"/>
                </a:lnTo>
                <a:lnTo>
                  <a:pt x="244830" y="187325"/>
                </a:lnTo>
                <a:lnTo>
                  <a:pt x="242798" y="185800"/>
                </a:lnTo>
                <a:lnTo>
                  <a:pt x="244830" y="185292"/>
                </a:lnTo>
                <a:lnTo>
                  <a:pt x="256006" y="153162"/>
                </a:lnTo>
                <a:lnTo>
                  <a:pt x="254990" y="147954"/>
                </a:lnTo>
                <a:lnTo>
                  <a:pt x="220319" y="130175"/>
                </a:lnTo>
                <a:lnTo>
                  <a:pt x="131800" y="123062"/>
                </a:lnTo>
                <a:lnTo>
                  <a:pt x="135369" y="116839"/>
                </a:lnTo>
                <a:lnTo>
                  <a:pt x="147574" y="77088"/>
                </a:lnTo>
                <a:lnTo>
                  <a:pt x="152158" y="32130"/>
                </a:lnTo>
                <a:lnTo>
                  <a:pt x="152158" y="16890"/>
                </a:lnTo>
                <a:lnTo>
                  <a:pt x="135890" y="507"/>
                </a:lnTo>
                <a:lnTo>
                  <a:pt x="13180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373380" y="1752612"/>
            <a:ext cx="111251" cy="0"/>
          </a:xfrm>
          <a:custGeom>
            <a:avLst/>
            <a:gdLst/>
            <a:ahLst/>
            <a:cxnLst/>
            <a:rect l="l" t="t" r="r" b="b"/>
            <a:pathLst>
              <a:path w="111251">
                <a:moveTo>
                  <a:pt x="0" y="0"/>
                </a:moveTo>
                <a:lnTo>
                  <a:pt x="111251" y="0"/>
                </a:lnTo>
              </a:path>
            </a:pathLst>
          </a:custGeom>
          <a:ln w="57633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379475" y="1774698"/>
            <a:ext cx="99060" cy="28955"/>
          </a:xfrm>
          <a:custGeom>
            <a:avLst/>
            <a:gdLst/>
            <a:ahLst/>
            <a:cxnLst/>
            <a:rect l="l" t="t" r="r" b="b"/>
            <a:pathLst>
              <a:path w="99059" h="28955">
                <a:moveTo>
                  <a:pt x="0" y="0"/>
                </a:moveTo>
                <a:lnTo>
                  <a:pt x="0" y="4190"/>
                </a:lnTo>
                <a:lnTo>
                  <a:pt x="584" y="7747"/>
                </a:lnTo>
                <a:lnTo>
                  <a:pt x="2374" y="11302"/>
                </a:lnTo>
                <a:lnTo>
                  <a:pt x="4724" y="14224"/>
                </a:lnTo>
                <a:lnTo>
                  <a:pt x="8255" y="16001"/>
                </a:lnTo>
                <a:lnTo>
                  <a:pt x="45389" y="28321"/>
                </a:lnTo>
                <a:lnTo>
                  <a:pt x="49530" y="28955"/>
                </a:lnTo>
                <a:lnTo>
                  <a:pt x="53644" y="28321"/>
                </a:lnTo>
                <a:lnTo>
                  <a:pt x="90805" y="16001"/>
                </a:lnTo>
                <a:lnTo>
                  <a:pt x="94335" y="14224"/>
                </a:lnTo>
                <a:lnTo>
                  <a:pt x="96685" y="11302"/>
                </a:lnTo>
                <a:lnTo>
                  <a:pt x="98450" y="7747"/>
                </a:lnTo>
                <a:lnTo>
                  <a:pt x="99060" y="4190"/>
                </a:lnTo>
                <a:lnTo>
                  <a:pt x="99060" y="0"/>
                </a:lnTo>
                <a:lnTo>
                  <a:pt x="0" y="0"/>
                </a:lnTo>
                <a:close/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0" name="object 10"/>
          <p:cNvSpPr/>
          <p:nvPr/>
        </p:nvSpPr>
        <p:spPr>
          <a:xfrm>
            <a:off x="368834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161543"/>
                </a:moveTo>
                <a:lnTo>
                  <a:pt x="14477" y="68961"/>
                </a:lnTo>
                <a:lnTo>
                  <a:pt x="0" y="0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1" name="object 11"/>
          <p:cNvSpPr/>
          <p:nvPr/>
        </p:nvSpPr>
        <p:spPr>
          <a:xfrm>
            <a:off x="304800" y="1410463"/>
            <a:ext cx="248412" cy="297179"/>
          </a:xfrm>
          <a:custGeom>
            <a:avLst/>
            <a:gdLst/>
            <a:ahLst/>
            <a:cxnLst/>
            <a:rect l="l" t="t" r="r" b="b"/>
            <a:pathLst>
              <a:path w="248412" h="297179">
                <a:moveTo>
                  <a:pt x="173659" y="297179"/>
                </a:moveTo>
                <a:lnTo>
                  <a:pt x="176606" y="284225"/>
                </a:lnTo>
                <a:lnTo>
                  <a:pt x="180708" y="271907"/>
                </a:lnTo>
                <a:lnTo>
                  <a:pt x="185432" y="260096"/>
                </a:lnTo>
                <a:lnTo>
                  <a:pt x="190715" y="249427"/>
                </a:lnTo>
                <a:lnTo>
                  <a:pt x="196621" y="239522"/>
                </a:lnTo>
                <a:lnTo>
                  <a:pt x="202488" y="229488"/>
                </a:lnTo>
                <a:lnTo>
                  <a:pt x="215442" y="210692"/>
                </a:lnTo>
                <a:lnTo>
                  <a:pt x="221919" y="201295"/>
                </a:lnTo>
                <a:lnTo>
                  <a:pt x="227799" y="191897"/>
                </a:lnTo>
                <a:lnTo>
                  <a:pt x="245465" y="149478"/>
                </a:lnTo>
                <a:lnTo>
                  <a:pt x="247802" y="130683"/>
                </a:lnTo>
                <a:lnTo>
                  <a:pt x="248412" y="124205"/>
                </a:lnTo>
                <a:lnTo>
                  <a:pt x="247230" y="111251"/>
                </a:lnTo>
                <a:lnTo>
                  <a:pt x="245465" y="98933"/>
                </a:lnTo>
                <a:lnTo>
                  <a:pt x="227215" y="54737"/>
                </a:lnTo>
                <a:lnTo>
                  <a:pt x="193662" y="21209"/>
                </a:lnTo>
                <a:lnTo>
                  <a:pt x="148932" y="2412"/>
                </a:lnTo>
                <a:lnTo>
                  <a:pt x="124206" y="0"/>
                </a:lnTo>
                <a:lnTo>
                  <a:pt x="75946" y="10033"/>
                </a:lnTo>
                <a:lnTo>
                  <a:pt x="36499" y="36449"/>
                </a:lnTo>
                <a:lnTo>
                  <a:pt x="10007" y="75946"/>
                </a:lnTo>
                <a:lnTo>
                  <a:pt x="0" y="124205"/>
                </a:lnTo>
                <a:lnTo>
                  <a:pt x="10007" y="171830"/>
                </a:lnTo>
                <a:lnTo>
                  <a:pt x="32969" y="210692"/>
                </a:lnTo>
                <a:lnTo>
                  <a:pt x="45923" y="229488"/>
                </a:lnTo>
                <a:lnTo>
                  <a:pt x="51790" y="239522"/>
                </a:lnTo>
                <a:lnTo>
                  <a:pt x="57696" y="249427"/>
                </a:lnTo>
                <a:lnTo>
                  <a:pt x="62979" y="260096"/>
                </a:lnTo>
                <a:lnTo>
                  <a:pt x="67703" y="271907"/>
                </a:lnTo>
                <a:lnTo>
                  <a:pt x="71805" y="284225"/>
                </a:lnTo>
                <a:lnTo>
                  <a:pt x="74752" y="297179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2" name="object 12"/>
          <p:cNvSpPr/>
          <p:nvPr/>
        </p:nvSpPr>
        <p:spPr>
          <a:xfrm>
            <a:off x="454178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0"/>
                </a:moveTo>
                <a:lnTo>
                  <a:pt x="20523" y="68961"/>
                </a:lnTo>
                <a:lnTo>
                  <a:pt x="0" y="161543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3" name="object 13"/>
          <p:cNvSpPr/>
          <p:nvPr/>
        </p:nvSpPr>
        <p:spPr>
          <a:xfrm>
            <a:off x="385598" y="1540001"/>
            <a:ext cx="86817" cy="19812"/>
          </a:xfrm>
          <a:custGeom>
            <a:avLst/>
            <a:gdLst/>
            <a:ahLst/>
            <a:cxnLst/>
            <a:rect l="l" t="t" r="r" b="b"/>
            <a:pathLst>
              <a:path w="86817" h="19812">
                <a:moveTo>
                  <a:pt x="0" y="1905"/>
                </a:moveTo>
                <a:lnTo>
                  <a:pt x="19939" y="19812"/>
                </a:lnTo>
                <a:lnTo>
                  <a:pt x="39890" y="1905"/>
                </a:lnTo>
                <a:lnTo>
                  <a:pt x="41656" y="635"/>
                </a:lnTo>
                <a:lnTo>
                  <a:pt x="43408" y="0"/>
                </a:lnTo>
                <a:lnTo>
                  <a:pt x="45161" y="635"/>
                </a:lnTo>
                <a:lnTo>
                  <a:pt x="46926" y="1905"/>
                </a:lnTo>
                <a:lnTo>
                  <a:pt x="66878" y="19812"/>
                </a:lnTo>
                <a:lnTo>
                  <a:pt x="86817" y="1905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4" name="object 14"/>
          <p:cNvSpPr/>
          <p:nvPr/>
        </p:nvSpPr>
        <p:spPr>
          <a:xfrm>
            <a:off x="379475" y="1710689"/>
            <a:ext cx="99060" cy="0"/>
          </a:xfrm>
          <a:custGeom>
            <a:avLst/>
            <a:gdLst/>
            <a:ahLst/>
            <a:cxnLst/>
            <a:rect l="l" t="t" r="r" b="b"/>
            <a:pathLst>
              <a:path w="99059">
                <a:moveTo>
                  <a:pt x="0" y="0"/>
                </a:moveTo>
                <a:lnTo>
                  <a:pt x="99060" y="0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5" name="object 15"/>
          <p:cNvSpPr/>
          <p:nvPr/>
        </p:nvSpPr>
        <p:spPr>
          <a:xfrm>
            <a:off x="739140" y="957835"/>
            <a:ext cx="428244" cy="371855"/>
          </a:xfrm>
          <a:custGeom>
            <a:avLst/>
            <a:gdLst/>
            <a:ahLst/>
            <a:cxnLst/>
            <a:rect l="l" t="t" r="r" b="b"/>
            <a:pathLst>
              <a:path w="428244" h="371855">
                <a:moveTo>
                  <a:pt x="321602" y="0"/>
                </a:moveTo>
                <a:lnTo>
                  <a:pt x="106641" y="0"/>
                </a:lnTo>
                <a:lnTo>
                  <a:pt x="0" y="185927"/>
                </a:lnTo>
                <a:lnTo>
                  <a:pt x="106641" y="371855"/>
                </a:lnTo>
                <a:lnTo>
                  <a:pt x="321602" y="371855"/>
                </a:lnTo>
                <a:lnTo>
                  <a:pt x="428244" y="185927"/>
                </a:lnTo>
                <a:lnTo>
                  <a:pt x="321602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6" name="object 16"/>
          <p:cNvSpPr/>
          <p:nvPr/>
        </p:nvSpPr>
        <p:spPr>
          <a:xfrm>
            <a:off x="421386" y="857251"/>
            <a:ext cx="358140" cy="246125"/>
          </a:xfrm>
          <a:custGeom>
            <a:avLst/>
            <a:gdLst/>
            <a:ahLst/>
            <a:cxnLst/>
            <a:rect l="l" t="t" r="r" b="b"/>
            <a:pathLst>
              <a:path w="358140" h="246125">
                <a:moveTo>
                  <a:pt x="0" y="90677"/>
                </a:moveTo>
                <a:lnTo>
                  <a:pt x="89154" y="246125"/>
                </a:lnTo>
                <a:lnTo>
                  <a:pt x="268986" y="246125"/>
                </a:lnTo>
                <a:lnTo>
                  <a:pt x="358140" y="90677"/>
                </a:lnTo>
                <a:lnTo>
                  <a:pt x="306133" y="0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7" name="object 17"/>
          <p:cNvSpPr/>
          <p:nvPr/>
        </p:nvSpPr>
        <p:spPr>
          <a:xfrm>
            <a:off x="421386" y="857251"/>
            <a:ext cx="52006" cy="90677"/>
          </a:xfrm>
          <a:custGeom>
            <a:avLst/>
            <a:gdLst/>
            <a:ahLst/>
            <a:cxnLst/>
            <a:rect l="l" t="t" r="r" b="b"/>
            <a:pathLst>
              <a:path w="52006" h="90677">
                <a:moveTo>
                  <a:pt x="52006" y="0"/>
                </a:moveTo>
                <a:lnTo>
                  <a:pt x="0" y="90677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8" name="object 18"/>
          <p:cNvSpPr/>
          <p:nvPr/>
        </p:nvSpPr>
        <p:spPr>
          <a:xfrm>
            <a:off x="336804" y="2309623"/>
            <a:ext cx="185902" cy="207263"/>
          </a:xfrm>
          <a:custGeom>
            <a:avLst/>
            <a:gdLst/>
            <a:ahLst/>
            <a:cxnLst/>
            <a:rect l="l" t="t" r="r" b="b"/>
            <a:pathLst>
              <a:path w="185902" h="207263">
                <a:moveTo>
                  <a:pt x="133807" y="0"/>
                </a:moveTo>
                <a:lnTo>
                  <a:pt x="128866" y="762"/>
                </a:lnTo>
                <a:lnTo>
                  <a:pt x="123939" y="1397"/>
                </a:lnTo>
                <a:lnTo>
                  <a:pt x="119011" y="2793"/>
                </a:lnTo>
                <a:lnTo>
                  <a:pt x="88734" y="27686"/>
                </a:lnTo>
                <a:lnTo>
                  <a:pt x="82397" y="52577"/>
                </a:lnTo>
                <a:lnTo>
                  <a:pt x="83083" y="60325"/>
                </a:lnTo>
                <a:lnTo>
                  <a:pt x="85216" y="68199"/>
                </a:lnTo>
                <a:lnTo>
                  <a:pt x="88023" y="75183"/>
                </a:lnTo>
                <a:lnTo>
                  <a:pt x="91541" y="81661"/>
                </a:lnTo>
                <a:lnTo>
                  <a:pt x="0" y="190245"/>
                </a:lnTo>
                <a:lnTo>
                  <a:pt x="10579" y="197992"/>
                </a:lnTo>
                <a:lnTo>
                  <a:pt x="20446" y="207263"/>
                </a:lnTo>
                <a:lnTo>
                  <a:pt x="111975" y="99313"/>
                </a:lnTo>
                <a:lnTo>
                  <a:pt x="155713" y="99313"/>
                </a:lnTo>
                <a:lnTo>
                  <a:pt x="158457" y="97916"/>
                </a:lnTo>
                <a:lnTo>
                  <a:pt x="184480" y="62483"/>
                </a:lnTo>
                <a:lnTo>
                  <a:pt x="185902" y="52577"/>
                </a:lnTo>
                <a:lnTo>
                  <a:pt x="185204" y="46862"/>
                </a:lnTo>
                <a:lnTo>
                  <a:pt x="184480" y="41910"/>
                </a:lnTo>
                <a:lnTo>
                  <a:pt x="183070" y="36956"/>
                </a:lnTo>
                <a:lnTo>
                  <a:pt x="181686" y="31876"/>
                </a:lnTo>
                <a:lnTo>
                  <a:pt x="162661" y="9270"/>
                </a:lnTo>
                <a:lnTo>
                  <a:pt x="158457" y="6350"/>
                </a:lnTo>
                <a:lnTo>
                  <a:pt x="154216" y="4317"/>
                </a:lnTo>
                <a:lnTo>
                  <a:pt x="149288" y="2793"/>
                </a:lnTo>
                <a:lnTo>
                  <a:pt x="144348" y="1397"/>
                </a:lnTo>
                <a:lnTo>
                  <a:pt x="133807" y="0"/>
                </a:lnTo>
                <a:close/>
              </a:path>
              <a:path w="185902" h="207263">
                <a:moveTo>
                  <a:pt x="155713" y="99313"/>
                </a:moveTo>
                <a:lnTo>
                  <a:pt x="111975" y="99313"/>
                </a:lnTo>
                <a:lnTo>
                  <a:pt x="116903" y="101473"/>
                </a:lnTo>
                <a:lnTo>
                  <a:pt x="122529" y="102997"/>
                </a:lnTo>
                <a:lnTo>
                  <a:pt x="133807" y="104266"/>
                </a:lnTo>
                <a:lnTo>
                  <a:pt x="139420" y="103631"/>
                </a:lnTo>
                <a:lnTo>
                  <a:pt x="144348" y="102997"/>
                </a:lnTo>
                <a:lnTo>
                  <a:pt x="149288" y="102235"/>
                </a:lnTo>
                <a:lnTo>
                  <a:pt x="154216" y="100075"/>
                </a:lnTo>
                <a:lnTo>
                  <a:pt x="155713" y="99313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9" name="object 19"/>
          <p:cNvSpPr/>
          <p:nvPr/>
        </p:nvSpPr>
        <p:spPr>
          <a:xfrm>
            <a:off x="53339" y="2340102"/>
            <a:ext cx="149326" cy="172212"/>
          </a:xfrm>
          <a:custGeom>
            <a:avLst/>
            <a:gdLst/>
            <a:ahLst/>
            <a:cxnLst/>
            <a:rect l="l" t="t" r="r" b="b"/>
            <a:pathLst>
              <a:path w="149326" h="172212">
                <a:moveTo>
                  <a:pt x="106254" y="99949"/>
                </a:moveTo>
                <a:lnTo>
                  <a:pt x="71822" y="99949"/>
                </a:lnTo>
                <a:lnTo>
                  <a:pt x="127977" y="172212"/>
                </a:lnTo>
                <a:lnTo>
                  <a:pt x="137934" y="163702"/>
                </a:lnTo>
                <a:lnTo>
                  <a:pt x="149326" y="155956"/>
                </a:lnTo>
                <a:lnTo>
                  <a:pt x="106254" y="99949"/>
                </a:lnTo>
                <a:close/>
              </a:path>
              <a:path w="149326" h="172212">
                <a:moveTo>
                  <a:pt x="56188" y="0"/>
                </a:moveTo>
                <a:lnTo>
                  <a:pt x="45504" y="0"/>
                </a:lnTo>
                <a:lnTo>
                  <a:pt x="40525" y="762"/>
                </a:lnTo>
                <a:lnTo>
                  <a:pt x="35547" y="2159"/>
                </a:lnTo>
                <a:lnTo>
                  <a:pt x="31296" y="4318"/>
                </a:lnTo>
                <a:lnTo>
                  <a:pt x="26318" y="6350"/>
                </a:lnTo>
                <a:lnTo>
                  <a:pt x="2153" y="36830"/>
                </a:lnTo>
                <a:lnTo>
                  <a:pt x="0" y="47498"/>
                </a:lnTo>
                <a:lnTo>
                  <a:pt x="0" y="58165"/>
                </a:lnTo>
                <a:lnTo>
                  <a:pt x="727" y="63119"/>
                </a:lnTo>
                <a:lnTo>
                  <a:pt x="2153" y="68072"/>
                </a:lnTo>
                <a:lnTo>
                  <a:pt x="4279" y="72262"/>
                </a:lnTo>
                <a:lnTo>
                  <a:pt x="6404" y="77215"/>
                </a:lnTo>
                <a:lnTo>
                  <a:pt x="9258" y="80772"/>
                </a:lnTo>
                <a:lnTo>
                  <a:pt x="12081" y="85089"/>
                </a:lnTo>
                <a:lnTo>
                  <a:pt x="15662" y="88519"/>
                </a:lnTo>
                <a:lnTo>
                  <a:pt x="49783" y="103505"/>
                </a:lnTo>
                <a:lnTo>
                  <a:pt x="57616" y="103505"/>
                </a:lnTo>
                <a:lnTo>
                  <a:pt x="64719" y="101981"/>
                </a:lnTo>
                <a:lnTo>
                  <a:pt x="71822" y="99949"/>
                </a:lnTo>
                <a:lnTo>
                  <a:pt x="106254" y="99949"/>
                </a:lnTo>
                <a:lnTo>
                  <a:pt x="93167" y="82931"/>
                </a:lnTo>
                <a:lnTo>
                  <a:pt x="96710" y="77977"/>
                </a:lnTo>
                <a:lnTo>
                  <a:pt x="99542" y="73025"/>
                </a:lnTo>
                <a:lnTo>
                  <a:pt x="101688" y="67310"/>
                </a:lnTo>
                <a:lnTo>
                  <a:pt x="103124" y="60960"/>
                </a:lnTo>
                <a:lnTo>
                  <a:pt x="103822" y="56007"/>
                </a:lnTo>
                <a:lnTo>
                  <a:pt x="103822" y="45338"/>
                </a:lnTo>
                <a:lnTo>
                  <a:pt x="84632" y="11302"/>
                </a:lnTo>
                <a:lnTo>
                  <a:pt x="61167" y="762"/>
                </a:lnTo>
                <a:lnTo>
                  <a:pt x="5618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0" name="object 20"/>
          <p:cNvSpPr/>
          <p:nvPr/>
        </p:nvSpPr>
        <p:spPr>
          <a:xfrm>
            <a:off x="0" y="2637283"/>
            <a:ext cx="158496" cy="126491"/>
          </a:xfrm>
          <a:custGeom>
            <a:avLst/>
            <a:gdLst/>
            <a:ahLst/>
            <a:cxnLst/>
            <a:rect l="l" t="t" r="r" b="b"/>
            <a:pathLst>
              <a:path w="158496" h="126491">
                <a:moveTo>
                  <a:pt x="3491" y="22605"/>
                </a:moveTo>
                <a:lnTo>
                  <a:pt x="0" y="23142"/>
                </a:lnTo>
                <a:lnTo>
                  <a:pt x="0" y="126491"/>
                </a:lnTo>
                <a:lnTo>
                  <a:pt x="4911" y="126491"/>
                </a:lnTo>
                <a:lnTo>
                  <a:pt x="9866" y="125729"/>
                </a:lnTo>
                <a:lnTo>
                  <a:pt x="19777" y="122935"/>
                </a:lnTo>
                <a:lnTo>
                  <a:pt x="24037" y="121538"/>
                </a:lnTo>
                <a:lnTo>
                  <a:pt x="28267" y="118744"/>
                </a:lnTo>
                <a:lnTo>
                  <a:pt x="32527" y="115823"/>
                </a:lnTo>
                <a:lnTo>
                  <a:pt x="36758" y="113029"/>
                </a:lnTo>
                <a:lnTo>
                  <a:pt x="53740" y="76326"/>
                </a:lnTo>
                <a:lnTo>
                  <a:pt x="53044" y="67817"/>
                </a:lnTo>
                <a:lnTo>
                  <a:pt x="113391" y="43179"/>
                </a:lnTo>
                <a:lnTo>
                  <a:pt x="43134" y="43179"/>
                </a:lnTo>
                <a:lnTo>
                  <a:pt x="32527" y="32512"/>
                </a:lnTo>
                <a:lnTo>
                  <a:pt x="27572" y="29717"/>
                </a:lnTo>
                <a:lnTo>
                  <a:pt x="23312" y="27558"/>
                </a:lnTo>
                <a:lnTo>
                  <a:pt x="18357" y="25400"/>
                </a:lnTo>
                <a:lnTo>
                  <a:pt x="13402" y="24002"/>
                </a:lnTo>
                <a:lnTo>
                  <a:pt x="8446" y="23367"/>
                </a:lnTo>
                <a:lnTo>
                  <a:pt x="3491" y="22605"/>
                </a:lnTo>
                <a:close/>
              </a:path>
              <a:path w="158496" h="126491">
                <a:moveTo>
                  <a:pt x="147891" y="0"/>
                </a:moveTo>
                <a:lnTo>
                  <a:pt x="43134" y="43179"/>
                </a:lnTo>
                <a:lnTo>
                  <a:pt x="113391" y="43179"/>
                </a:lnTo>
                <a:lnTo>
                  <a:pt x="158496" y="24764"/>
                </a:lnTo>
                <a:lnTo>
                  <a:pt x="152120" y="12700"/>
                </a:lnTo>
                <a:lnTo>
                  <a:pt x="147891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1" name="object 21"/>
          <p:cNvSpPr/>
          <p:nvPr/>
        </p:nvSpPr>
        <p:spPr>
          <a:xfrm>
            <a:off x="204241" y="2724151"/>
            <a:ext cx="103606" cy="185927"/>
          </a:xfrm>
          <a:custGeom>
            <a:avLst/>
            <a:gdLst/>
            <a:ahLst/>
            <a:cxnLst/>
            <a:rect l="l" t="t" r="r" b="b"/>
            <a:pathLst>
              <a:path w="103606" h="185927">
                <a:moveTo>
                  <a:pt x="43294" y="0"/>
                </a:moveTo>
                <a:lnTo>
                  <a:pt x="40449" y="83057"/>
                </a:lnTo>
                <a:lnTo>
                  <a:pt x="34785" y="84455"/>
                </a:lnTo>
                <a:lnTo>
                  <a:pt x="29082" y="87249"/>
                </a:lnTo>
                <a:lnTo>
                  <a:pt x="23418" y="90169"/>
                </a:lnTo>
                <a:lnTo>
                  <a:pt x="18453" y="93725"/>
                </a:lnTo>
                <a:lnTo>
                  <a:pt x="14185" y="97281"/>
                </a:lnTo>
                <a:lnTo>
                  <a:pt x="11366" y="101473"/>
                </a:lnTo>
                <a:lnTo>
                  <a:pt x="7785" y="105791"/>
                </a:lnTo>
                <a:lnTo>
                  <a:pt x="0" y="139064"/>
                </a:lnTo>
                <a:lnTo>
                  <a:pt x="698" y="144018"/>
                </a:lnTo>
                <a:lnTo>
                  <a:pt x="12064" y="166750"/>
                </a:lnTo>
                <a:lnTo>
                  <a:pt x="15608" y="171069"/>
                </a:lnTo>
                <a:lnTo>
                  <a:pt x="19151" y="174625"/>
                </a:lnTo>
                <a:lnTo>
                  <a:pt x="23418" y="177419"/>
                </a:lnTo>
                <a:lnTo>
                  <a:pt x="27660" y="179577"/>
                </a:lnTo>
                <a:lnTo>
                  <a:pt x="32626" y="181610"/>
                </a:lnTo>
                <a:lnTo>
                  <a:pt x="36906" y="183769"/>
                </a:lnTo>
                <a:lnTo>
                  <a:pt x="46837" y="185293"/>
                </a:lnTo>
                <a:lnTo>
                  <a:pt x="51803" y="185927"/>
                </a:lnTo>
                <a:lnTo>
                  <a:pt x="56768" y="185293"/>
                </a:lnTo>
                <a:lnTo>
                  <a:pt x="92252" y="166116"/>
                </a:lnTo>
                <a:lnTo>
                  <a:pt x="95059" y="161798"/>
                </a:lnTo>
                <a:lnTo>
                  <a:pt x="97917" y="157480"/>
                </a:lnTo>
                <a:lnTo>
                  <a:pt x="100037" y="153288"/>
                </a:lnTo>
                <a:lnTo>
                  <a:pt x="102882" y="143382"/>
                </a:lnTo>
                <a:lnTo>
                  <a:pt x="103513" y="139064"/>
                </a:lnTo>
                <a:lnTo>
                  <a:pt x="103606" y="128397"/>
                </a:lnTo>
                <a:lnTo>
                  <a:pt x="102882" y="123443"/>
                </a:lnTo>
                <a:lnTo>
                  <a:pt x="80187" y="90169"/>
                </a:lnTo>
                <a:lnTo>
                  <a:pt x="67411" y="84455"/>
                </a:lnTo>
                <a:lnTo>
                  <a:pt x="70234" y="1397"/>
                </a:lnTo>
                <a:lnTo>
                  <a:pt x="61747" y="1397"/>
                </a:lnTo>
                <a:lnTo>
                  <a:pt x="52501" y="762"/>
                </a:lnTo>
                <a:lnTo>
                  <a:pt x="43294" y="0"/>
                </a:lnTo>
                <a:close/>
              </a:path>
              <a:path w="103606" h="185927">
                <a:moveTo>
                  <a:pt x="70256" y="762"/>
                </a:moveTo>
                <a:lnTo>
                  <a:pt x="61747" y="1397"/>
                </a:lnTo>
                <a:lnTo>
                  <a:pt x="70234" y="1397"/>
                </a:lnTo>
                <a:lnTo>
                  <a:pt x="70256" y="762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2" name="object 22"/>
          <p:cNvSpPr/>
          <p:nvPr/>
        </p:nvSpPr>
        <p:spPr>
          <a:xfrm>
            <a:off x="387122" y="2582417"/>
            <a:ext cx="187401" cy="103632"/>
          </a:xfrm>
          <a:custGeom>
            <a:avLst/>
            <a:gdLst/>
            <a:ahLst/>
            <a:cxnLst/>
            <a:rect l="l" t="t" r="r" b="b"/>
            <a:pathLst>
              <a:path w="187401" h="103632">
                <a:moveTo>
                  <a:pt x="2844" y="21844"/>
                </a:moveTo>
                <a:lnTo>
                  <a:pt x="2120" y="35179"/>
                </a:lnTo>
                <a:lnTo>
                  <a:pt x="0" y="47879"/>
                </a:lnTo>
                <a:lnTo>
                  <a:pt x="84150" y="58547"/>
                </a:lnTo>
                <a:lnTo>
                  <a:pt x="84874" y="64135"/>
                </a:lnTo>
                <a:lnTo>
                  <a:pt x="86982" y="69723"/>
                </a:lnTo>
                <a:lnTo>
                  <a:pt x="89090" y="74041"/>
                </a:lnTo>
                <a:lnTo>
                  <a:pt x="91236" y="78994"/>
                </a:lnTo>
                <a:lnTo>
                  <a:pt x="94043" y="83185"/>
                </a:lnTo>
                <a:lnTo>
                  <a:pt x="97586" y="86741"/>
                </a:lnTo>
                <a:lnTo>
                  <a:pt x="101117" y="90170"/>
                </a:lnTo>
                <a:lnTo>
                  <a:pt x="104673" y="93726"/>
                </a:lnTo>
                <a:lnTo>
                  <a:pt x="128015" y="102870"/>
                </a:lnTo>
                <a:lnTo>
                  <a:pt x="132930" y="103632"/>
                </a:lnTo>
                <a:lnTo>
                  <a:pt x="137883" y="103632"/>
                </a:lnTo>
                <a:lnTo>
                  <a:pt x="142836" y="102870"/>
                </a:lnTo>
                <a:lnTo>
                  <a:pt x="147789" y="102235"/>
                </a:lnTo>
                <a:lnTo>
                  <a:pt x="152742" y="100076"/>
                </a:lnTo>
                <a:lnTo>
                  <a:pt x="157695" y="98679"/>
                </a:lnTo>
                <a:lnTo>
                  <a:pt x="162636" y="95885"/>
                </a:lnTo>
                <a:lnTo>
                  <a:pt x="166903" y="93091"/>
                </a:lnTo>
                <a:lnTo>
                  <a:pt x="177495" y="82423"/>
                </a:lnTo>
                <a:lnTo>
                  <a:pt x="179603" y="78232"/>
                </a:lnTo>
                <a:lnTo>
                  <a:pt x="182448" y="74041"/>
                </a:lnTo>
                <a:lnTo>
                  <a:pt x="185280" y="64135"/>
                </a:lnTo>
                <a:lnTo>
                  <a:pt x="186702" y="59944"/>
                </a:lnTo>
                <a:lnTo>
                  <a:pt x="187401" y="54229"/>
                </a:lnTo>
                <a:lnTo>
                  <a:pt x="187401" y="49403"/>
                </a:lnTo>
                <a:lnTo>
                  <a:pt x="185978" y="39497"/>
                </a:lnTo>
                <a:lnTo>
                  <a:pt x="182942" y="32385"/>
                </a:lnTo>
                <a:lnTo>
                  <a:pt x="87680" y="32385"/>
                </a:lnTo>
                <a:lnTo>
                  <a:pt x="2844" y="21844"/>
                </a:lnTo>
                <a:close/>
              </a:path>
              <a:path w="187401" h="103632">
                <a:moveTo>
                  <a:pt x="132930" y="0"/>
                </a:moveTo>
                <a:lnTo>
                  <a:pt x="95465" y="19050"/>
                </a:lnTo>
                <a:lnTo>
                  <a:pt x="87680" y="32385"/>
                </a:lnTo>
                <a:lnTo>
                  <a:pt x="182942" y="32385"/>
                </a:lnTo>
                <a:lnTo>
                  <a:pt x="161950" y="7747"/>
                </a:lnTo>
                <a:lnTo>
                  <a:pt x="157695" y="4953"/>
                </a:lnTo>
                <a:lnTo>
                  <a:pt x="142836" y="762"/>
                </a:lnTo>
                <a:lnTo>
                  <a:pt x="137883" y="762"/>
                </a:lnTo>
                <a:lnTo>
                  <a:pt x="13293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3" name="object 23"/>
          <p:cNvSpPr/>
          <p:nvPr/>
        </p:nvSpPr>
        <p:spPr>
          <a:xfrm>
            <a:off x="156971" y="2490977"/>
            <a:ext cx="219430" cy="220980"/>
          </a:xfrm>
          <a:custGeom>
            <a:avLst/>
            <a:gdLst/>
            <a:ahLst/>
            <a:cxnLst/>
            <a:rect l="l" t="t" r="r" b="b"/>
            <a:pathLst>
              <a:path w="219430" h="220980">
                <a:moveTo>
                  <a:pt x="109728" y="0"/>
                </a:moveTo>
                <a:lnTo>
                  <a:pt x="67233" y="8509"/>
                </a:lnTo>
                <a:lnTo>
                  <a:pt x="32550" y="32638"/>
                </a:lnTo>
                <a:lnTo>
                  <a:pt x="8496" y="67563"/>
                </a:lnTo>
                <a:lnTo>
                  <a:pt x="0" y="110109"/>
                </a:lnTo>
                <a:lnTo>
                  <a:pt x="698" y="121538"/>
                </a:lnTo>
                <a:lnTo>
                  <a:pt x="13449" y="162687"/>
                </a:lnTo>
                <a:lnTo>
                  <a:pt x="40347" y="195325"/>
                </a:lnTo>
                <a:lnTo>
                  <a:pt x="67233" y="211709"/>
                </a:lnTo>
                <a:lnTo>
                  <a:pt x="77152" y="216026"/>
                </a:lnTo>
                <a:lnTo>
                  <a:pt x="87757" y="218186"/>
                </a:lnTo>
                <a:lnTo>
                  <a:pt x="98399" y="220218"/>
                </a:lnTo>
                <a:lnTo>
                  <a:pt x="109728" y="220980"/>
                </a:lnTo>
                <a:lnTo>
                  <a:pt x="121031" y="220218"/>
                </a:lnTo>
                <a:lnTo>
                  <a:pt x="162102" y="207518"/>
                </a:lnTo>
                <a:lnTo>
                  <a:pt x="194652" y="180467"/>
                </a:lnTo>
                <a:lnTo>
                  <a:pt x="215201" y="143510"/>
                </a:lnTo>
                <a:lnTo>
                  <a:pt x="219430" y="121538"/>
                </a:lnTo>
                <a:lnTo>
                  <a:pt x="219430" y="99441"/>
                </a:lnTo>
                <a:lnTo>
                  <a:pt x="217309" y="88137"/>
                </a:lnTo>
                <a:lnTo>
                  <a:pt x="215201" y="77470"/>
                </a:lnTo>
                <a:lnTo>
                  <a:pt x="210934" y="67563"/>
                </a:lnTo>
                <a:lnTo>
                  <a:pt x="206705" y="57531"/>
                </a:lnTo>
                <a:lnTo>
                  <a:pt x="179781" y="25654"/>
                </a:lnTo>
                <a:lnTo>
                  <a:pt x="142278" y="4952"/>
                </a:lnTo>
                <a:lnTo>
                  <a:pt x="121031" y="762"/>
                </a:lnTo>
                <a:lnTo>
                  <a:pt x="10972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4" name="object 24"/>
          <p:cNvSpPr txBox="1"/>
          <p:nvPr/>
        </p:nvSpPr>
        <p:spPr>
          <a:xfrm>
            <a:off x="2677610" y="1887102"/>
            <a:ext cx="3649700" cy="5842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3600" b="1" dirty="0">
                <a:solidFill>
                  <a:srgbClr val="002060"/>
                </a:solidFill>
                <a:latin typeface="Calibri"/>
                <a:cs typeface="Calibri"/>
              </a:rPr>
              <a:t>Actividad grupal</a:t>
            </a:r>
            <a:endParaRPr sz="36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26" name="object 25">
            <a:extLst>
              <a:ext uri="{FF2B5EF4-FFF2-40B4-BE49-F238E27FC236}">
                <a16:creationId xmlns:a16="http://schemas.microsoft.com/office/drawing/2014/main" id="{0663B11B-215D-46AB-A19C-E39A65374766}"/>
              </a:ext>
            </a:extLst>
          </p:cNvPr>
          <p:cNvSpPr txBox="1"/>
          <p:nvPr/>
        </p:nvSpPr>
        <p:spPr>
          <a:xfrm>
            <a:off x="2649600" y="2880987"/>
            <a:ext cx="5666816" cy="150571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spcAft>
                <a:spcPts val="1200"/>
              </a:spcAft>
            </a:pPr>
            <a:r>
              <a:rPr lang="es-MX" sz="2400" spc="-2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Definir la función </a:t>
            </a:r>
            <a:r>
              <a:rPr lang="es-MX" sz="2400" b="1" spc="-20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imprime1_10</a:t>
            </a:r>
            <a:r>
              <a:rPr lang="es-MX" sz="2400" spc="-2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que:</a:t>
            </a:r>
          </a:p>
          <a:p>
            <a:pPr marL="355600" indent="-342900" algn="just"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s-MX" sz="2400" spc="-2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Despliegue</a:t>
            </a:r>
            <a:r>
              <a:rPr lang="es-ES" sz="2400" spc="-2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en pantalla números sucesivos del 1 al 10.</a:t>
            </a:r>
            <a:endParaRPr lang="es-ES" sz="2400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  <a:p>
            <a:pPr marL="12700">
              <a:spcAft>
                <a:spcPts val="600"/>
              </a:spcAft>
            </a:pPr>
            <a:endParaRPr sz="2400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</p:txBody>
      </p:sp>
      <p:sp>
        <p:nvSpPr>
          <p:cNvPr id="28" name="object 26">
            <a:extLst>
              <a:ext uri="{FF2B5EF4-FFF2-40B4-BE49-F238E27FC236}">
                <a16:creationId xmlns:a16="http://schemas.microsoft.com/office/drawing/2014/main" id="{2A77E13A-98FD-4F73-9CAC-B813657E1B4A}"/>
              </a:ext>
            </a:extLst>
          </p:cNvPr>
          <p:cNvSpPr txBox="1"/>
          <p:nvPr/>
        </p:nvSpPr>
        <p:spPr>
          <a:xfrm>
            <a:off x="1275715" y="3021076"/>
            <a:ext cx="334645" cy="7747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4800" b="1" spc="-25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4800" dirty="0">
              <a:latin typeface="Calibri"/>
              <a:cs typeface="Calibri"/>
            </a:endParaRP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107B306D-BE4C-4135-91C0-7EC25E1CC2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4128" y="4520811"/>
            <a:ext cx="2592288" cy="1616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474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2371923" y="1125261"/>
            <a:ext cx="5585771" cy="8965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Programa en Python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7CC2B8DA-4FB5-44D2-AD9F-AF57C91FD10F}"/>
              </a:ext>
            </a:extLst>
          </p:cNvPr>
          <p:cNvSpPr/>
          <p:nvPr/>
        </p:nvSpPr>
        <p:spPr>
          <a:xfrm>
            <a:off x="0" y="1160525"/>
            <a:ext cx="940308" cy="8961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E002D472-7157-46A4-9BE7-04783659D857}"/>
              </a:ext>
            </a:extLst>
          </p:cNvPr>
          <p:cNvSpPr/>
          <p:nvPr/>
        </p:nvSpPr>
        <p:spPr>
          <a:xfrm>
            <a:off x="420623" y="2533650"/>
            <a:ext cx="2065020" cy="17891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95CDB304-112F-45BE-8B12-4E094D058F5F}"/>
              </a:ext>
            </a:extLst>
          </p:cNvPr>
          <p:cNvSpPr/>
          <p:nvPr/>
        </p:nvSpPr>
        <p:spPr>
          <a:xfrm>
            <a:off x="-4572" y="3987546"/>
            <a:ext cx="1778508" cy="204825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2" name="object 5">
            <a:extLst>
              <a:ext uri="{FF2B5EF4-FFF2-40B4-BE49-F238E27FC236}">
                <a16:creationId xmlns:a16="http://schemas.microsoft.com/office/drawing/2014/main" id="{799C8C99-CF6F-4804-99D7-8E2A4DEB8DF4}"/>
              </a:ext>
            </a:extLst>
          </p:cNvPr>
          <p:cNvSpPr/>
          <p:nvPr/>
        </p:nvSpPr>
        <p:spPr>
          <a:xfrm>
            <a:off x="762000" y="1735074"/>
            <a:ext cx="819912" cy="710184"/>
          </a:xfrm>
          <a:custGeom>
            <a:avLst/>
            <a:gdLst/>
            <a:ahLst/>
            <a:cxnLst/>
            <a:rect l="l" t="t" r="r" b="b"/>
            <a:pathLst>
              <a:path w="819912" h="710184">
                <a:moveTo>
                  <a:pt x="0" y="355091"/>
                </a:moveTo>
                <a:lnTo>
                  <a:pt x="203657" y="710184"/>
                </a:lnTo>
                <a:lnTo>
                  <a:pt x="616204" y="710184"/>
                </a:lnTo>
                <a:lnTo>
                  <a:pt x="819912" y="355091"/>
                </a:lnTo>
                <a:lnTo>
                  <a:pt x="616204" y="0"/>
                </a:lnTo>
                <a:lnTo>
                  <a:pt x="203657" y="0"/>
                </a:lnTo>
                <a:lnTo>
                  <a:pt x="0" y="355091"/>
                </a:lnTo>
                <a:close/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3" name="object 6">
            <a:extLst>
              <a:ext uri="{FF2B5EF4-FFF2-40B4-BE49-F238E27FC236}">
                <a16:creationId xmlns:a16="http://schemas.microsoft.com/office/drawing/2014/main" id="{B0CE1FA0-693F-4562-9DCE-C8A3779B1E96}"/>
              </a:ext>
            </a:extLst>
          </p:cNvPr>
          <p:cNvSpPr/>
          <p:nvPr/>
        </p:nvSpPr>
        <p:spPr>
          <a:xfrm>
            <a:off x="996721" y="2050541"/>
            <a:ext cx="82270" cy="184404"/>
          </a:xfrm>
          <a:custGeom>
            <a:avLst/>
            <a:gdLst/>
            <a:ahLst/>
            <a:cxnLst/>
            <a:rect l="l" t="t" r="r" b="b"/>
            <a:pathLst>
              <a:path w="82270" h="184404">
                <a:moveTo>
                  <a:pt x="82270" y="0"/>
                </a:moveTo>
                <a:lnTo>
                  <a:pt x="0" y="0"/>
                </a:lnTo>
                <a:lnTo>
                  <a:pt x="0" y="184404"/>
                </a:lnTo>
                <a:lnTo>
                  <a:pt x="82270" y="184404"/>
                </a:lnTo>
                <a:lnTo>
                  <a:pt x="82270" y="50546"/>
                </a:lnTo>
                <a:lnTo>
                  <a:pt x="50571" y="50546"/>
                </a:lnTo>
                <a:lnTo>
                  <a:pt x="47510" y="50037"/>
                </a:lnTo>
                <a:lnTo>
                  <a:pt x="35750" y="35813"/>
                </a:lnTo>
                <a:lnTo>
                  <a:pt x="36283" y="32766"/>
                </a:lnTo>
                <a:lnTo>
                  <a:pt x="50571" y="20955"/>
                </a:lnTo>
                <a:lnTo>
                  <a:pt x="82270" y="20955"/>
                </a:lnTo>
                <a:lnTo>
                  <a:pt x="82270" y="0"/>
                </a:lnTo>
                <a:close/>
              </a:path>
              <a:path w="82270" h="184404">
                <a:moveTo>
                  <a:pt x="82270" y="20955"/>
                </a:moveTo>
                <a:lnTo>
                  <a:pt x="50571" y="20955"/>
                </a:lnTo>
                <a:lnTo>
                  <a:pt x="53644" y="21462"/>
                </a:lnTo>
                <a:lnTo>
                  <a:pt x="58750" y="23495"/>
                </a:lnTo>
                <a:lnTo>
                  <a:pt x="62852" y="27559"/>
                </a:lnTo>
                <a:lnTo>
                  <a:pt x="64376" y="30099"/>
                </a:lnTo>
                <a:lnTo>
                  <a:pt x="64884" y="32766"/>
                </a:lnTo>
                <a:lnTo>
                  <a:pt x="65405" y="35813"/>
                </a:lnTo>
                <a:lnTo>
                  <a:pt x="64884" y="38862"/>
                </a:lnTo>
                <a:lnTo>
                  <a:pt x="50571" y="50546"/>
                </a:lnTo>
                <a:lnTo>
                  <a:pt x="82270" y="50546"/>
                </a:lnTo>
                <a:lnTo>
                  <a:pt x="82270" y="20955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4" name="object 7">
            <a:extLst>
              <a:ext uri="{FF2B5EF4-FFF2-40B4-BE49-F238E27FC236}">
                <a16:creationId xmlns:a16="http://schemas.microsoft.com/office/drawing/2014/main" id="{7F07ED6F-FAAA-40D6-825A-313810C01F47}"/>
              </a:ext>
            </a:extLst>
          </p:cNvPr>
          <p:cNvSpPr/>
          <p:nvPr/>
        </p:nvSpPr>
        <p:spPr>
          <a:xfrm>
            <a:off x="1091209" y="1928622"/>
            <a:ext cx="256006" cy="324612"/>
          </a:xfrm>
          <a:custGeom>
            <a:avLst/>
            <a:gdLst/>
            <a:ahLst/>
            <a:cxnLst/>
            <a:rect l="l" t="t" r="r" b="b"/>
            <a:pathLst>
              <a:path w="256006" h="324612">
                <a:moveTo>
                  <a:pt x="131800" y="0"/>
                </a:moveTo>
                <a:lnTo>
                  <a:pt x="103822" y="30606"/>
                </a:lnTo>
                <a:lnTo>
                  <a:pt x="99758" y="42417"/>
                </a:lnTo>
                <a:lnTo>
                  <a:pt x="80911" y="82168"/>
                </a:lnTo>
                <a:lnTo>
                  <a:pt x="76327" y="86740"/>
                </a:lnTo>
                <a:lnTo>
                  <a:pt x="69202" y="93979"/>
                </a:lnTo>
                <a:lnTo>
                  <a:pt x="52400" y="109727"/>
                </a:lnTo>
                <a:lnTo>
                  <a:pt x="30022" y="130175"/>
                </a:lnTo>
                <a:lnTo>
                  <a:pt x="0" y="130175"/>
                </a:lnTo>
                <a:lnTo>
                  <a:pt x="0" y="280669"/>
                </a:lnTo>
                <a:lnTo>
                  <a:pt x="31546" y="280669"/>
                </a:lnTo>
                <a:lnTo>
                  <a:pt x="41732" y="285876"/>
                </a:lnTo>
                <a:lnTo>
                  <a:pt x="55968" y="291973"/>
                </a:lnTo>
                <a:lnTo>
                  <a:pt x="94665" y="306704"/>
                </a:lnTo>
                <a:lnTo>
                  <a:pt x="138925" y="319024"/>
                </a:lnTo>
                <a:lnTo>
                  <a:pt x="149618" y="321563"/>
                </a:lnTo>
                <a:lnTo>
                  <a:pt x="160312" y="323088"/>
                </a:lnTo>
                <a:lnTo>
                  <a:pt x="169976" y="324103"/>
                </a:lnTo>
                <a:lnTo>
                  <a:pt x="179679" y="324612"/>
                </a:lnTo>
                <a:lnTo>
                  <a:pt x="195935" y="324612"/>
                </a:lnTo>
                <a:lnTo>
                  <a:pt x="232638" y="310768"/>
                </a:lnTo>
                <a:lnTo>
                  <a:pt x="234162" y="296037"/>
                </a:lnTo>
                <a:lnTo>
                  <a:pt x="233654" y="292480"/>
                </a:lnTo>
                <a:lnTo>
                  <a:pt x="232638" y="289432"/>
                </a:lnTo>
                <a:lnTo>
                  <a:pt x="230479" y="286385"/>
                </a:lnTo>
                <a:lnTo>
                  <a:pt x="227558" y="283717"/>
                </a:lnTo>
                <a:lnTo>
                  <a:pt x="230098" y="283337"/>
                </a:lnTo>
                <a:lnTo>
                  <a:pt x="232638" y="282193"/>
                </a:lnTo>
                <a:lnTo>
                  <a:pt x="235178" y="281177"/>
                </a:lnTo>
                <a:lnTo>
                  <a:pt x="237210" y="279145"/>
                </a:lnTo>
                <a:lnTo>
                  <a:pt x="243306" y="250570"/>
                </a:lnTo>
                <a:lnTo>
                  <a:pt x="243306" y="245999"/>
                </a:lnTo>
                <a:lnTo>
                  <a:pt x="242798" y="243458"/>
                </a:lnTo>
                <a:lnTo>
                  <a:pt x="241782" y="241426"/>
                </a:lnTo>
                <a:lnTo>
                  <a:pt x="239242" y="237870"/>
                </a:lnTo>
                <a:lnTo>
                  <a:pt x="236194" y="234823"/>
                </a:lnTo>
                <a:lnTo>
                  <a:pt x="238734" y="234314"/>
                </a:lnTo>
                <a:lnTo>
                  <a:pt x="250418" y="202056"/>
                </a:lnTo>
                <a:lnTo>
                  <a:pt x="250418" y="196976"/>
                </a:lnTo>
                <a:lnTo>
                  <a:pt x="249910" y="194437"/>
                </a:lnTo>
                <a:lnTo>
                  <a:pt x="247878" y="190373"/>
                </a:lnTo>
                <a:lnTo>
                  <a:pt x="244830" y="187325"/>
                </a:lnTo>
                <a:lnTo>
                  <a:pt x="242798" y="185800"/>
                </a:lnTo>
                <a:lnTo>
                  <a:pt x="244830" y="185292"/>
                </a:lnTo>
                <a:lnTo>
                  <a:pt x="256006" y="153162"/>
                </a:lnTo>
                <a:lnTo>
                  <a:pt x="254990" y="147954"/>
                </a:lnTo>
                <a:lnTo>
                  <a:pt x="220319" y="130175"/>
                </a:lnTo>
                <a:lnTo>
                  <a:pt x="131800" y="123062"/>
                </a:lnTo>
                <a:lnTo>
                  <a:pt x="135369" y="116839"/>
                </a:lnTo>
                <a:lnTo>
                  <a:pt x="147574" y="77088"/>
                </a:lnTo>
                <a:lnTo>
                  <a:pt x="152158" y="32130"/>
                </a:lnTo>
                <a:lnTo>
                  <a:pt x="152158" y="16890"/>
                </a:lnTo>
                <a:lnTo>
                  <a:pt x="135890" y="507"/>
                </a:lnTo>
                <a:lnTo>
                  <a:pt x="13180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5" name="object 8">
            <a:extLst>
              <a:ext uri="{FF2B5EF4-FFF2-40B4-BE49-F238E27FC236}">
                <a16:creationId xmlns:a16="http://schemas.microsoft.com/office/drawing/2014/main" id="{C9D2B534-8F22-448E-9E60-1ECCFA34ED6F}"/>
              </a:ext>
            </a:extLst>
          </p:cNvPr>
          <p:cNvSpPr/>
          <p:nvPr/>
        </p:nvSpPr>
        <p:spPr>
          <a:xfrm>
            <a:off x="373380" y="1752612"/>
            <a:ext cx="111251" cy="0"/>
          </a:xfrm>
          <a:custGeom>
            <a:avLst/>
            <a:gdLst/>
            <a:ahLst/>
            <a:cxnLst/>
            <a:rect l="l" t="t" r="r" b="b"/>
            <a:pathLst>
              <a:path w="111251">
                <a:moveTo>
                  <a:pt x="0" y="0"/>
                </a:moveTo>
                <a:lnTo>
                  <a:pt x="111251" y="0"/>
                </a:lnTo>
              </a:path>
            </a:pathLst>
          </a:custGeom>
          <a:ln w="57633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6" name="object 9">
            <a:extLst>
              <a:ext uri="{FF2B5EF4-FFF2-40B4-BE49-F238E27FC236}">
                <a16:creationId xmlns:a16="http://schemas.microsoft.com/office/drawing/2014/main" id="{57FEF698-3FBE-4D18-9368-8A12698881C7}"/>
              </a:ext>
            </a:extLst>
          </p:cNvPr>
          <p:cNvSpPr/>
          <p:nvPr/>
        </p:nvSpPr>
        <p:spPr>
          <a:xfrm>
            <a:off x="379475" y="1774698"/>
            <a:ext cx="99060" cy="28955"/>
          </a:xfrm>
          <a:custGeom>
            <a:avLst/>
            <a:gdLst/>
            <a:ahLst/>
            <a:cxnLst/>
            <a:rect l="l" t="t" r="r" b="b"/>
            <a:pathLst>
              <a:path w="99059" h="28955">
                <a:moveTo>
                  <a:pt x="0" y="0"/>
                </a:moveTo>
                <a:lnTo>
                  <a:pt x="0" y="4190"/>
                </a:lnTo>
                <a:lnTo>
                  <a:pt x="584" y="7747"/>
                </a:lnTo>
                <a:lnTo>
                  <a:pt x="2374" y="11302"/>
                </a:lnTo>
                <a:lnTo>
                  <a:pt x="4724" y="14224"/>
                </a:lnTo>
                <a:lnTo>
                  <a:pt x="8255" y="16001"/>
                </a:lnTo>
                <a:lnTo>
                  <a:pt x="45389" y="28321"/>
                </a:lnTo>
                <a:lnTo>
                  <a:pt x="49530" y="28955"/>
                </a:lnTo>
                <a:lnTo>
                  <a:pt x="53644" y="28321"/>
                </a:lnTo>
                <a:lnTo>
                  <a:pt x="90805" y="16001"/>
                </a:lnTo>
                <a:lnTo>
                  <a:pt x="94335" y="14224"/>
                </a:lnTo>
                <a:lnTo>
                  <a:pt x="96685" y="11302"/>
                </a:lnTo>
                <a:lnTo>
                  <a:pt x="98450" y="7747"/>
                </a:lnTo>
                <a:lnTo>
                  <a:pt x="99060" y="4190"/>
                </a:lnTo>
                <a:lnTo>
                  <a:pt x="99060" y="0"/>
                </a:lnTo>
                <a:lnTo>
                  <a:pt x="0" y="0"/>
                </a:lnTo>
                <a:close/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7" name="object 10">
            <a:extLst>
              <a:ext uri="{FF2B5EF4-FFF2-40B4-BE49-F238E27FC236}">
                <a16:creationId xmlns:a16="http://schemas.microsoft.com/office/drawing/2014/main" id="{33DD9A85-EFBE-403F-99C7-86830B9CB975}"/>
              </a:ext>
            </a:extLst>
          </p:cNvPr>
          <p:cNvSpPr/>
          <p:nvPr/>
        </p:nvSpPr>
        <p:spPr>
          <a:xfrm>
            <a:off x="368834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161543"/>
                </a:moveTo>
                <a:lnTo>
                  <a:pt x="14477" y="68961"/>
                </a:lnTo>
                <a:lnTo>
                  <a:pt x="0" y="0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8" name="object 11">
            <a:extLst>
              <a:ext uri="{FF2B5EF4-FFF2-40B4-BE49-F238E27FC236}">
                <a16:creationId xmlns:a16="http://schemas.microsoft.com/office/drawing/2014/main" id="{4FB7D33D-F5E2-4FD4-A36A-BBF09B430D78}"/>
              </a:ext>
            </a:extLst>
          </p:cNvPr>
          <p:cNvSpPr/>
          <p:nvPr/>
        </p:nvSpPr>
        <p:spPr>
          <a:xfrm>
            <a:off x="304800" y="1410463"/>
            <a:ext cx="248412" cy="297179"/>
          </a:xfrm>
          <a:custGeom>
            <a:avLst/>
            <a:gdLst/>
            <a:ahLst/>
            <a:cxnLst/>
            <a:rect l="l" t="t" r="r" b="b"/>
            <a:pathLst>
              <a:path w="248412" h="297179">
                <a:moveTo>
                  <a:pt x="173659" y="297179"/>
                </a:moveTo>
                <a:lnTo>
                  <a:pt x="176606" y="284225"/>
                </a:lnTo>
                <a:lnTo>
                  <a:pt x="180708" y="271907"/>
                </a:lnTo>
                <a:lnTo>
                  <a:pt x="185432" y="260096"/>
                </a:lnTo>
                <a:lnTo>
                  <a:pt x="190715" y="249427"/>
                </a:lnTo>
                <a:lnTo>
                  <a:pt x="196621" y="239522"/>
                </a:lnTo>
                <a:lnTo>
                  <a:pt x="202488" y="229488"/>
                </a:lnTo>
                <a:lnTo>
                  <a:pt x="215442" y="210692"/>
                </a:lnTo>
                <a:lnTo>
                  <a:pt x="221919" y="201295"/>
                </a:lnTo>
                <a:lnTo>
                  <a:pt x="227799" y="191897"/>
                </a:lnTo>
                <a:lnTo>
                  <a:pt x="245465" y="149478"/>
                </a:lnTo>
                <a:lnTo>
                  <a:pt x="247802" y="130683"/>
                </a:lnTo>
                <a:lnTo>
                  <a:pt x="248412" y="124205"/>
                </a:lnTo>
                <a:lnTo>
                  <a:pt x="247230" y="111251"/>
                </a:lnTo>
                <a:lnTo>
                  <a:pt x="245465" y="98933"/>
                </a:lnTo>
                <a:lnTo>
                  <a:pt x="227215" y="54737"/>
                </a:lnTo>
                <a:lnTo>
                  <a:pt x="193662" y="21209"/>
                </a:lnTo>
                <a:lnTo>
                  <a:pt x="148932" y="2412"/>
                </a:lnTo>
                <a:lnTo>
                  <a:pt x="124206" y="0"/>
                </a:lnTo>
                <a:lnTo>
                  <a:pt x="75946" y="10033"/>
                </a:lnTo>
                <a:lnTo>
                  <a:pt x="36499" y="36449"/>
                </a:lnTo>
                <a:lnTo>
                  <a:pt x="10007" y="75946"/>
                </a:lnTo>
                <a:lnTo>
                  <a:pt x="0" y="124205"/>
                </a:lnTo>
                <a:lnTo>
                  <a:pt x="10007" y="171830"/>
                </a:lnTo>
                <a:lnTo>
                  <a:pt x="32969" y="210692"/>
                </a:lnTo>
                <a:lnTo>
                  <a:pt x="45923" y="229488"/>
                </a:lnTo>
                <a:lnTo>
                  <a:pt x="51790" y="239522"/>
                </a:lnTo>
                <a:lnTo>
                  <a:pt x="57696" y="249427"/>
                </a:lnTo>
                <a:lnTo>
                  <a:pt x="62979" y="260096"/>
                </a:lnTo>
                <a:lnTo>
                  <a:pt x="67703" y="271907"/>
                </a:lnTo>
                <a:lnTo>
                  <a:pt x="71805" y="284225"/>
                </a:lnTo>
                <a:lnTo>
                  <a:pt x="74752" y="297179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9" name="object 12">
            <a:extLst>
              <a:ext uri="{FF2B5EF4-FFF2-40B4-BE49-F238E27FC236}">
                <a16:creationId xmlns:a16="http://schemas.microsoft.com/office/drawing/2014/main" id="{3096D364-6CC0-4D80-9316-FEE5D1D02867}"/>
              </a:ext>
            </a:extLst>
          </p:cNvPr>
          <p:cNvSpPr/>
          <p:nvPr/>
        </p:nvSpPr>
        <p:spPr>
          <a:xfrm>
            <a:off x="454178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0"/>
                </a:moveTo>
                <a:lnTo>
                  <a:pt x="20523" y="68961"/>
                </a:lnTo>
                <a:lnTo>
                  <a:pt x="0" y="161543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0" name="object 13">
            <a:extLst>
              <a:ext uri="{FF2B5EF4-FFF2-40B4-BE49-F238E27FC236}">
                <a16:creationId xmlns:a16="http://schemas.microsoft.com/office/drawing/2014/main" id="{5A51283F-5A5F-4122-951C-16EF9C32CA9B}"/>
              </a:ext>
            </a:extLst>
          </p:cNvPr>
          <p:cNvSpPr/>
          <p:nvPr/>
        </p:nvSpPr>
        <p:spPr>
          <a:xfrm>
            <a:off x="385598" y="1540001"/>
            <a:ext cx="86817" cy="19812"/>
          </a:xfrm>
          <a:custGeom>
            <a:avLst/>
            <a:gdLst/>
            <a:ahLst/>
            <a:cxnLst/>
            <a:rect l="l" t="t" r="r" b="b"/>
            <a:pathLst>
              <a:path w="86817" h="19812">
                <a:moveTo>
                  <a:pt x="0" y="1905"/>
                </a:moveTo>
                <a:lnTo>
                  <a:pt x="19939" y="19812"/>
                </a:lnTo>
                <a:lnTo>
                  <a:pt x="39890" y="1905"/>
                </a:lnTo>
                <a:lnTo>
                  <a:pt x="41656" y="635"/>
                </a:lnTo>
                <a:lnTo>
                  <a:pt x="43408" y="0"/>
                </a:lnTo>
                <a:lnTo>
                  <a:pt x="45161" y="635"/>
                </a:lnTo>
                <a:lnTo>
                  <a:pt x="46926" y="1905"/>
                </a:lnTo>
                <a:lnTo>
                  <a:pt x="66878" y="19812"/>
                </a:lnTo>
                <a:lnTo>
                  <a:pt x="86817" y="1905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1" name="object 14">
            <a:extLst>
              <a:ext uri="{FF2B5EF4-FFF2-40B4-BE49-F238E27FC236}">
                <a16:creationId xmlns:a16="http://schemas.microsoft.com/office/drawing/2014/main" id="{A413B54A-712C-46C5-A159-9C7AF8F9E971}"/>
              </a:ext>
            </a:extLst>
          </p:cNvPr>
          <p:cNvSpPr/>
          <p:nvPr/>
        </p:nvSpPr>
        <p:spPr>
          <a:xfrm>
            <a:off x="379475" y="1710689"/>
            <a:ext cx="99060" cy="0"/>
          </a:xfrm>
          <a:custGeom>
            <a:avLst/>
            <a:gdLst/>
            <a:ahLst/>
            <a:cxnLst/>
            <a:rect l="l" t="t" r="r" b="b"/>
            <a:pathLst>
              <a:path w="99059">
                <a:moveTo>
                  <a:pt x="0" y="0"/>
                </a:moveTo>
                <a:lnTo>
                  <a:pt x="99060" y="0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2" name="object 15">
            <a:extLst>
              <a:ext uri="{FF2B5EF4-FFF2-40B4-BE49-F238E27FC236}">
                <a16:creationId xmlns:a16="http://schemas.microsoft.com/office/drawing/2014/main" id="{413A7575-AAF6-485C-8701-5E351DF94474}"/>
              </a:ext>
            </a:extLst>
          </p:cNvPr>
          <p:cNvSpPr/>
          <p:nvPr/>
        </p:nvSpPr>
        <p:spPr>
          <a:xfrm>
            <a:off x="739140" y="957835"/>
            <a:ext cx="428244" cy="371855"/>
          </a:xfrm>
          <a:custGeom>
            <a:avLst/>
            <a:gdLst/>
            <a:ahLst/>
            <a:cxnLst/>
            <a:rect l="l" t="t" r="r" b="b"/>
            <a:pathLst>
              <a:path w="428244" h="371855">
                <a:moveTo>
                  <a:pt x="321602" y="0"/>
                </a:moveTo>
                <a:lnTo>
                  <a:pt x="106641" y="0"/>
                </a:lnTo>
                <a:lnTo>
                  <a:pt x="0" y="185927"/>
                </a:lnTo>
                <a:lnTo>
                  <a:pt x="106641" y="371855"/>
                </a:lnTo>
                <a:lnTo>
                  <a:pt x="321602" y="371855"/>
                </a:lnTo>
                <a:lnTo>
                  <a:pt x="428244" y="185927"/>
                </a:lnTo>
                <a:lnTo>
                  <a:pt x="321602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3" name="object 16">
            <a:extLst>
              <a:ext uri="{FF2B5EF4-FFF2-40B4-BE49-F238E27FC236}">
                <a16:creationId xmlns:a16="http://schemas.microsoft.com/office/drawing/2014/main" id="{06A94F2E-8C48-47CD-8152-50B94BBE0677}"/>
              </a:ext>
            </a:extLst>
          </p:cNvPr>
          <p:cNvSpPr/>
          <p:nvPr/>
        </p:nvSpPr>
        <p:spPr>
          <a:xfrm>
            <a:off x="421386" y="857251"/>
            <a:ext cx="358140" cy="246125"/>
          </a:xfrm>
          <a:custGeom>
            <a:avLst/>
            <a:gdLst/>
            <a:ahLst/>
            <a:cxnLst/>
            <a:rect l="l" t="t" r="r" b="b"/>
            <a:pathLst>
              <a:path w="358140" h="246125">
                <a:moveTo>
                  <a:pt x="0" y="90677"/>
                </a:moveTo>
                <a:lnTo>
                  <a:pt x="89154" y="246125"/>
                </a:lnTo>
                <a:lnTo>
                  <a:pt x="268986" y="246125"/>
                </a:lnTo>
                <a:lnTo>
                  <a:pt x="358140" y="90677"/>
                </a:lnTo>
                <a:lnTo>
                  <a:pt x="306133" y="0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4" name="object 17">
            <a:extLst>
              <a:ext uri="{FF2B5EF4-FFF2-40B4-BE49-F238E27FC236}">
                <a16:creationId xmlns:a16="http://schemas.microsoft.com/office/drawing/2014/main" id="{79FE6946-C4B6-4AE2-8998-8D6B6CFF2492}"/>
              </a:ext>
            </a:extLst>
          </p:cNvPr>
          <p:cNvSpPr/>
          <p:nvPr/>
        </p:nvSpPr>
        <p:spPr>
          <a:xfrm>
            <a:off x="421386" y="857251"/>
            <a:ext cx="52006" cy="90677"/>
          </a:xfrm>
          <a:custGeom>
            <a:avLst/>
            <a:gdLst/>
            <a:ahLst/>
            <a:cxnLst/>
            <a:rect l="l" t="t" r="r" b="b"/>
            <a:pathLst>
              <a:path w="52006" h="90677">
                <a:moveTo>
                  <a:pt x="52006" y="0"/>
                </a:moveTo>
                <a:lnTo>
                  <a:pt x="0" y="90677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5" name="object 18">
            <a:extLst>
              <a:ext uri="{FF2B5EF4-FFF2-40B4-BE49-F238E27FC236}">
                <a16:creationId xmlns:a16="http://schemas.microsoft.com/office/drawing/2014/main" id="{BDB524AF-63F7-4B75-86CC-6A8A41D8EFC8}"/>
              </a:ext>
            </a:extLst>
          </p:cNvPr>
          <p:cNvSpPr/>
          <p:nvPr/>
        </p:nvSpPr>
        <p:spPr>
          <a:xfrm>
            <a:off x="336804" y="2309623"/>
            <a:ext cx="185902" cy="207263"/>
          </a:xfrm>
          <a:custGeom>
            <a:avLst/>
            <a:gdLst/>
            <a:ahLst/>
            <a:cxnLst/>
            <a:rect l="l" t="t" r="r" b="b"/>
            <a:pathLst>
              <a:path w="185902" h="207263">
                <a:moveTo>
                  <a:pt x="133807" y="0"/>
                </a:moveTo>
                <a:lnTo>
                  <a:pt x="128866" y="762"/>
                </a:lnTo>
                <a:lnTo>
                  <a:pt x="123939" y="1397"/>
                </a:lnTo>
                <a:lnTo>
                  <a:pt x="119011" y="2793"/>
                </a:lnTo>
                <a:lnTo>
                  <a:pt x="88734" y="27686"/>
                </a:lnTo>
                <a:lnTo>
                  <a:pt x="82397" y="52577"/>
                </a:lnTo>
                <a:lnTo>
                  <a:pt x="83083" y="60325"/>
                </a:lnTo>
                <a:lnTo>
                  <a:pt x="85216" y="68199"/>
                </a:lnTo>
                <a:lnTo>
                  <a:pt x="88023" y="75183"/>
                </a:lnTo>
                <a:lnTo>
                  <a:pt x="91541" y="81661"/>
                </a:lnTo>
                <a:lnTo>
                  <a:pt x="0" y="190245"/>
                </a:lnTo>
                <a:lnTo>
                  <a:pt x="10579" y="197992"/>
                </a:lnTo>
                <a:lnTo>
                  <a:pt x="20446" y="207263"/>
                </a:lnTo>
                <a:lnTo>
                  <a:pt x="111975" y="99313"/>
                </a:lnTo>
                <a:lnTo>
                  <a:pt x="155713" y="99313"/>
                </a:lnTo>
                <a:lnTo>
                  <a:pt x="158457" y="97916"/>
                </a:lnTo>
                <a:lnTo>
                  <a:pt x="184480" y="62483"/>
                </a:lnTo>
                <a:lnTo>
                  <a:pt x="185902" y="52577"/>
                </a:lnTo>
                <a:lnTo>
                  <a:pt x="185204" y="46862"/>
                </a:lnTo>
                <a:lnTo>
                  <a:pt x="184480" y="41910"/>
                </a:lnTo>
                <a:lnTo>
                  <a:pt x="183070" y="36956"/>
                </a:lnTo>
                <a:lnTo>
                  <a:pt x="181686" y="31876"/>
                </a:lnTo>
                <a:lnTo>
                  <a:pt x="162661" y="9270"/>
                </a:lnTo>
                <a:lnTo>
                  <a:pt x="158457" y="6350"/>
                </a:lnTo>
                <a:lnTo>
                  <a:pt x="154216" y="4317"/>
                </a:lnTo>
                <a:lnTo>
                  <a:pt x="149288" y="2793"/>
                </a:lnTo>
                <a:lnTo>
                  <a:pt x="144348" y="1397"/>
                </a:lnTo>
                <a:lnTo>
                  <a:pt x="133807" y="0"/>
                </a:lnTo>
                <a:close/>
              </a:path>
              <a:path w="185902" h="207263">
                <a:moveTo>
                  <a:pt x="155713" y="99313"/>
                </a:moveTo>
                <a:lnTo>
                  <a:pt x="111975" y="99313"/>
                </a:lnTo>
                <a:lnTo>
                  <a:pt x="116903" y="101473"/>
                </a:lnTo>
                <a:lnTo>
                  <a:pt x="122529" y="102997"/>
                </a:lnTo>
                <a:lnTo>
                  <a:pt x="133807" y="104266"/>
                </a:lnTo>
                <a:lnTo>
                  <a:pt x="139420" y="103631"/>
                </a:lnTo>
                <a:lnTo>
                  <a:pt x="144348" y="102997"/>
                </a:lnTo>
                <a:lnTo>
                  <a:pt x="149288" y="102235"/>
                </a:lnTo>
                <a:lnTo>
                  <a:pt x="154216" y="100075"/>
                </a:lnTo>
                <a:lnTo>
                  <a:pt x="155713" y="99313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6" name="object 19">
            <a:extLst>
              <a:ext uri="{FF2B5EF4-FFF2-40B4-BE49-F238E27FC236}">
                <a16:creationId xmlns:a16="http://schemas.microsoft.com/office/drawing/2014/main" id="{BB506128-04C5-43CA-963C-B6F546C0F300}"/>
              </a:ext>
            </a:extLst>
          </p:cNvPr>
          <p:cNvSpPr/>
          <p:nvPr/>
        </p:nvSpPr>
        <p:spPr>
          <a:xfrm>
            <a:off x="53339" y="2340102"/>
            <a:ext cx="149326" cy="172212"/>
          </a:xfrm>
          <a:custGeom>
            <a:avLst/>
            <a:gdLst/>
            <a:ahLst/>
            <a:cxnLst/>
            <a:rect l="l" t="t" r="r" b="b"/>
            <a:pathLst>
              <a:path w="149326" h="172212">
                <a:moveTo>
                  <a:pt x="106254" y="99949"/>
                </a:moveTo>
                <a:lnTo>
                  <a:pt x="71822" y="99949"/>
                </a:lnTo>
                <a:lnTo>
                  <a:pt x="127977" y="172212"/>
                </a:lnTo>
                <a:lnTo>
                  <a:pt x="137934" y="163702"/>
                </a:lnTo>
                <a:lnTo>
                  <a:pt x="149326" y="155956"/>
                </a:lnTo>
                <a:lnTo>
                  <a:pt x="106254" y="99949"/>
                </a:lnTo>
                <a:close/>
              </a:path>
              <a:path w="149326" h="172212">
                <a:moveTo>
                  <a:pt x="56188" y="0"/>
                </a:moveTo>
                <a:lnTo>
                  <a:pt x="45504" y="0"/>
                </a:lnTo>
                <a:lnTo>
                  <a:pt x="40525" y="762"/>
                </a:lnTo>
                <a:lnTo>
                  <a:pt x="35547" y="2159"/>
                </a:lnTo>
                <a:lnTo>
                  <a:pt x="31296" y="4318"/>
                </a:lnTo>
                <a:lnTo>
                  <a:pt x="26318" y="6350"/>
                </a:lnTo>
                <a:lnTo>
                  <a:pt x="2153" y="36830"/>
                </a:lnTo>
                <a:lnTo>
                  <a:pt x="0" y="47498"/>
                </a:lnTo>
                <a:lnTo>
                  <a:pt x="0" y="58165"/>
                </a:lnTo>
                <a:lnTo>
                  <a:pt x="727" y="63119"/>
                </a:lnTo>
                <a:lnTo>
                  <a:pt x="2153" y="68072"/>
                </a:lnTo>
                <a:lnTo>
                  <a:pt x="4279" y="72262"/>
                </a:lnTo>
                <a:lnTo>
                  <a:pt x="6404" y="77215"/>
                </a:lnTo>
                <a:lnTo>
                  <a:pt x="9258" y="80772"/>
                </a:lnTo>
                <a:lnTo>
                  <a:pt x="12081" y="85089"/>
                </a:lnTo>
                <a:lnTo>
                  <a:pt x="15662" y="88519"/>
                </a:lnTo>
                <a:lnTo>
                  <a:pt x="49783" y="103505"/>
                </a:lnTo>
                <a:lnTo>
                  <a:pt x="57616" y="103505"/>
                </a:lnTo>
                <a:lnTo>
                  <a:pt x="64719" y="101981"/>
                </a:lnTo>
                <a:lnTo>
                  <a:pt x="71822" y="99949"/>
                </a:lnTo>
                <a:lnTo>
                  <a:pt x="106254" y="99949"/>
                </a:lnTo>
                <a:lnTo>
                  <a:pt x="93167" y="82931"/>
                </a:lnTo>
                <a:lnTo>
                  <a:pt x="96710" y="77977"/>
                </a:lnTo>
                <a:lnTo>
                  <a:pt x="99542" y="73025"/>
                </a:lnTo>
                <a:lnTo>
                  <a:pt x="101688" y="67310"/>
                </a:lnTo>
                <a:lnTo>
                  <a:pt x="103124" y="60960"/>
                </a:lnTo>
                <a:lnTo>
                  <a:pt x="103822" y="56007"/>
                </a:lnTo>
                <a:lnTo>
                  <a:pt x="103822" y="45338"/>
                </a:lnTo>
                <a:lnTo>
                  <a:pt x="84632" y="11302"/>
                </a:lnTo>
                <a:lnTo>
                  <a:pt x="61167" y="762"/>
                </a:lnTo>
                <a:lnTo>
                  <a:pt x="5618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7" name="object 20">
            <a:extLst>
              <a:ext uri="{FF2B5EF4-FFF2-40B4-BE49-F238E27FC236}">
                <a16:creationId xmlns:a16="http://schemas.microsoft.com/office/drawing/2014/main" id="{F7B39F4A-6D3B-4FC2-A9FB-CC25EDEE1845}"/>
              </a:ext>
            </a:extLst>
          </p:cNvPr>
          <p:cNvSpPr/>
          <p:nvPr/>
        </p:nvSpPr>
        <p:spPr>
          <a:xfrm>
            <a:off x="0" y="2637283"/>
            <a:ext cx="158496" cy="126491"/>
          </a:xfrm>
          <a:custGeom>
            <a:avLst/>
            <a:gdLst/>
            <a:ahLst/>
            <a:cxnLst/>
            <a:rect l="l" t="t" r="r" b="b"/>
            <a:pathLst>
              <a:path w="158496" h="126491">
                <a:moveTo>
                  <a:pt x="3491" y="22605"/>
                </a:moveTo>
                <a:lnTo>
                  <a:pt x="0" y="23142"/>
                </a:lnTo>
                <a:lnTo>
                  <a:pt x="0" y="126491"/>
                </a:lnTo>
                <a:lnTo>
                  <a:pt x="4911" y="126491"/>
                </a:lnTo>
                <a:lnTo>
                  <a:pt x="9866" y="125729"/>
                </a:lnTo>
                <a:lnTo>
                  <a:pt x="19777" y="122935"/>
                </a:lnTo>
                <a:lnTo>
                  <a:pt x="24037" y="121538"/>
                </a:lnTo>
                <a:lnTo>
                  <a:pt x="28267" y="118744"/>
                </a:lnTo>
                <a:lnTo>
                  <a:pt x="32527" y="115823"/>
                </a:lnTo>
                <a:lnTo>
                  <a:pt x="36758" y="113029"/>
                </a:lnTo>
                <a:lnTo>
                  <a:pt x="53740" y="76326"/>
                </a:lnTo>
                <a:lnTo>
                  <a:pt x="53044" y="67817"/>
                </a:lnTo>
                <a:lnTo>
                  <a:pt x="113391" y="43179"/>
                </a:lnTo>
                <a:lnTo>
                  <a:pt x="43134" y="43179"/>
                </a:lnTo>
                <a:lnTo>
                  <a:pt x="32527" y="32512"/>
                </a:lnTo>
                <a:lnTo>
                  <a:pt x="27572" y="29717"/>
                </a:lnTo>
                <a:lnTo>
                  <a:pt x="23312" y="27558"/>
                </a:lnTo>
                <a:lnTo>
                  <a:pt x="18357" y="25400"/>
                </a:lnTo>
                <a:lnTo>
                  <a:pt x="13402" y="24002"/>
                </a:lnTo>
                <a:lnTo>
                  <a:pt x="8446" y="23367"/>
                </a:lnTo>
                <a:lnTo>
                  <a:pt x="3491" y="22605"/>
                </a:lnTo>
                <a:close/>
              </a:path>
              <a:path w="158496" h="126491">
                <a:moveTo>
                  <a:pt x="147891" y="0"/>
                </a:moveTo>
                <a:lnTo>
                  <a:pt x="43134" y="43179"/>
                </a:lnTo>
                <a:lnTo>
                  <a:pt x="113391" y="43179"/>
                </a:lnTo>
                <a:lnTo>
                  <a:pt x="158496" y="24764"/>
                </a:lnTo>
                <a:lnTo>
                  <a:pt x="152120" y="12700"/>
                </a:lnTo>
                <a:lnTo>
                  <a:pt x="147891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8" name="object 21">
            <a:extLst>
              <a:ext uri="{FF2B5EF4-FFF2-40B4-BE49-F238E27FC236}">
                <a16:creationId xmlns:a16="http://schemas.microsoft.com/office/drawing/2014/main" id="{D59DA53D-6D38-4288-900A-FBD98504B35F}"/>
              </a:ext>
            </a:extLst>
          </p:cNvPr>
          <p:cNvSpPr/>
          <p:nvPr/>
        </p:nvSpPr>
        <p:spPr>
          <a:xfrm>
            <a:off x="204241" y="2724151"/>
            <a:ext cx="103606" cy="185927"/>
          </a:xfrm>
          <a:custGeom>
            <a:avLst/>
            <a:gdLst/>
            <a:ahLst/>
            <a:cxnLst/>
            <a:rect l="l" t="t" r="r" b="b"/>
            <a:pathLst>
              <a:path w="103606" h="185927">
                <a:moveTo>
                  <a:pt x="43294" y="0"/>
                </a:moveTo>
                <a:lnTo>
                  <a:pt x="40449" y="83057"/>
                </a:lnTo>
                <a:lnTo>
                  <a:pt x="34785" y="84455"/>
                </a:lnTo>
                <a:lnTo>
                  <a:pt x="29082" y="87249"/>
                </a:lnTo>
                <a:lnTo>
                  <a:pt x="23418" y="90169"/>
                </a:lnTo>
                <a:lnTo>
                  <a:pt x="18453" y="93725"/>
                </a:lnTo>
                <a:lnTo>
                  <a:pt x="14185" y="97281"/>
                </a:lnTo>
                <a:lnTo>
                  <a:pt x="11366" y="101473"/>
                </a:lnTo>
                <a:lnTo>
                  <a:pt x="7785" y="105791"/>
                </a:lnTo>
                <a:lnTo>
                  <a:pt x="0" y="139064"/>
                </a:lnTo>
                <a:lnTo>
                  <a:pt x="698" y="144018"/>
                </a:lnTo>
                <a:lnTo>
                  <a:pt x="12064" y="166750"/>
                </a:lnTo>
                <a:lnTo>
                  <a:pt x="15608" y="171069"/>
                </a:lnTo>
                <a:lnTo>
                  <a:pt x="19151" y="174625"/>
                </a:lnTo>
                <a:lnTo>
                  <a:pt x="23418" y="177419"/>
                </a:lnTo>
                <a:lnTo>
                  <a:pt x="27660" y="179577"/>
                </a:lnTo>
                <a:lnTo>
                  <a:pt x="32626" y="181610"/>
                </a:lnTo>
                <a:lnTo>
                  <a:pt x="36906" y="183769"/>
                </a:lnTo>
                <a:lnTo>
                  <a:pt x="46837" y="185293"/>
                </a:lnTo>
                <a:lnTo>
                  <a:pt x="51803" y="185927"/>
                </a:lnTo>
                <a:lnTo>
                  <a:pt x="56768" y="185293"/>
                </a:lnTo>
                <a:lnTo>
                  <a:pt x="92252" y="166116"/>
                </a:lnTo>
                <a:lnTo>
                  <a:pt x="95059" y="161798"/>
                </a:lnTo>
                <a:lnTo>
                  <a:pt x="97917" y="157480"/>
                </a:lnTo>
                <a:lnTo>
                  <a:pt x="100037" y="153288"/>
                </a:lnTo>
                <a:lnTo>
                  <a:pt x="102882" y="143382"/>
                </a:lnTo>
                <a:lnTo>
                  <a:pt x="103513" y="139064"/>
                </a:lnTo>
                <a:lnTo>
                  <a:pt x="103606" y="128397"/>
                </a:lnTo>
                <a:lnTo>
                  <a:pt x="102882" y="123443"/>
                </a:lnTo>
                <a:lnTo>
                  <a:pt x="80187" y="90169"/>
                </a:lnTo>
                <a:lnTo>
                  <a:pt x="67411" y="84455"/>
                </a:lnTo>
                <a:lnTo>
                  <a:pt x="70234" y="1397"/>
                </a:lnTo>
                <a:lnTo>
                  <a:pt x="61747" y="1397"/>
                </a:lnTo>
                <a:lnTo>
                  <a:pt x="52501" y="762"/>
                </a:lnTo>
                <a:lnTo>
                  <a:pt x="43294" y="0"/>
                </a:lnTo>
                <a:close/>
              </a:path>
              <a:path w="103606" h="185927">
                <a:moveTo>
                  <a:pt x="70256" y="762"/>
                </a:moveTo>
                <a:lnTo>
                  <a:pt x="61747" y="1397"/>
                </a:lnTo>
                <a:lnTo>
                  <a:pt x="70234" y="1397"/>
                </a:lnTo>
                <a:lnTo>
                  <a:pt x="70256" y="762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9" name="object 22">
            <a:extLst>
              <a:ext uri="{FF2B5EF4-FFF2-40B4-BE49-F238E27FC236}">
                <a16:creationId xmlns:a16="http://schemas.microsoft.com/office/drawing/2014/main" id="{22AB4573-6E9C-4B74-A04E-68A13776FC10}"/>
              </a:ext>
            </a:extLst>
          </p:cNvPr>
          <p:cNvSpPr/>
          <p:nvPr/>
        </p:nvSpPr>
        <p:spPr>
          <a:xfrm>
            <a:off x="387122" y="2582417"/>
            <a:ext cx="187401" cy="103632"/>
          </a:xfrm>
          <a:custGeom>
            <a:avLst/>
            <a:gdLst/>
            <a:ahLst/>
            <a:cxnLst/>
            <a:rect l="l" t="t" r="r" b="b"/>
            <a:pathLst>
              <a:path w="187401" h="103632">
                <a:moveTo>
                  <a:pt x="2844" y="21844"/>
                </a:moveTo>
                <a:lnTo>
                  <a:pt x="2120" y="35179"/>
                </a:lnTo>
                <a:lnTo>
                  <a:pt x="0" y="47879"/>
                </a:lnTo>
                <a:lnTo>
                  <a:pt x="84150" y="58547"/>
                </a:lnTo>
                <a:lnTo>
                  <a:pt x="84874" y="64135"/>
                </a:lnTo>
                <a:lnTo>
                  <a:pt x="86982" y="69723"/>
                </a:lnTo>
                <a:lnTo>
                  <a:pt x="89090" y="74041"/>
                </a:lnTo>
                <a:lnTo>
                  <a:pt x="91236" y="78994"/>
                </a:lnTo>
                <a:lnTo>
                  <a:pt x="94043" y="83185"/>
                </a:lnTo>
                <a:lnTo>
                  <a:pt x="97586" y="86741"/>
                </a:lnTo>
                <a:lnTo>
                  <a:pt x="101117" y="90170"/>
                </a:lnTo>
                <a:lnTo>
                  <a:pt x="104673" y="93726"/>
                </a:lnTo>
                <a:lnTo>
                  <a:pt x="128015" y="102870"/>
                </a:lnTo>
                <a:lnTo>
                  <a:pt x="132930" y="103632"/>
                </a:lnTo>
                <a:lnTo>
                  <a:pt x="137883" y="103632"/>
                </a:lnTo>
                <a:lnTo>
                  <a:pt x="142836" y="102870"/>
                </a:lnTo>
                <a:lnTo>
                  <a:pt x="147789" y="102235"/>
                </a:lnTo>
                <a:lnTo>
                  <a:pt x="152742" y="100076"/>
                </a:lnTo>
                <a:lnTo>
                  <a:pt x="157695" y="98679"/>
                </a:lnTo>
                <a:lnTo>
                  <a:pt x="162636" y="95885"/>
                </a:lnTo>
                <a:lnTo>
                  <a:pt x="166903" y="93091"/>
                </a:lnTo>
                <a:lnTo>
                  <a:pt x="177495" y="82423"/>
                </a:lnTo>
                <a:lnTo>
                  <a:pt x="179603" y="78232"/>
                </a:lnTo>
                <a:lnTo>
                  <a:pt x="182448" y="74041"/>
                </a:lnTo>
                <a:lnTo>
                  <a:pt x="185280" y="64135"/>
                </a:lnTo>
                <a:lnTo>
                  <a:pt x="186702" y="59944"/>
                </a:lnTo>
                <a:lnTo>
                  <a:pt x="187401" y="54229"/>
                </a:lnTo>
                <a:lnTo>
                  <a:pt x="187401" y="49403"/>
                </a:lnTo>
                <a:lnTo>
                  <a:pt x="185978" y="39497"/>
                </a:lnTo>
                <a:lnTo>
                  <a:pt x="182942" y="32385"/>
                </a:lnTo>
                <a:lnTo>
                  <a:pt x="87680" y="32385"/>
                </a:lnTo>
                <a:lnTo>
                  <a:pt x="2844" y="21844"/>
                </a:lnTo>
                <a:close/>
              </a:path>
              <a:path w="187401" h="103632">
                <a:moveTo>
                  <a:pt x="132930" y="0"/>
                </a:moveTo>
                <a:lnTo>
                  <a:pt x="95465" y="19050"/>
                </a:lnTo>
                <a:lnTo>
                  <a:pt x="87680" y="32385"/>
                </a:lnTo>
                <a:lnTo>
                  <a:pt x="182942" y="32385"/>
                </a:lnTo>
                <a:lnTo>
                  <a:pt x="161950" y="7747"/>
                </a:lnTo>
                <a:lnTo>
                  <a:pt x="157695" y="4953"/>
                </a:lnTo>
                <a:lnTo>
                  <a:pt x="142836" y="762"/>
                </a:lnTo>
                <a:lnTo>
                  <a:pt x="137883" y="762"/>
                </a:lnTo>
                <a:lnTo>
                  <a:pt x="13293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0" name="object 23">
            <a:extLst>
              <a:ext uri="{FF2B5EF4-FFF2-40B4-BE49-F238E27FC236}">
                <a16:creationId xmlns:a16="http://schemas.microsoft.com/office/drawing/2014/main" id="{E4196ECA-A5B8-44A9-A064-50C1BFE43F45}"/>
              </a:ext>
            </a:extLst>
          </p:cNvPr>
          <p:cNvSpPr/>
          <p:nvPr/>
        </p:nvSpPr>
        <p:spPr>
          <a:xfrm>
            <a:off x="156971" y="2490977"/>
            <a:ext cx="219430" cy="220980"/>
          </a:xfrm>
          <a:custGeom>
            <a:avLst/>
            <a:gdLst/>
            <a:ahLst/>
            <a:cxnLst/>
            <a:rect l="l" t="t" r="r" b="b"/>
            <a:pathLst>
              <a:path w="219430" h="220980">
                <a:moveTo>
                  <a:pt x="109728" y="0"/>
                </a:moveTo>
                <a:lnTo>
                  <a:pt x="67233" y="8509"/>
                </a:lnTo>
                <a:lnTo>
                  <a:pt x="32550" y="32638"/>
                </a:lnTo>
                <a:lnTo>
                  <a:pt x="8496" y="67563"/>
                </a:lnTo>
                <a:lnTo>
                  <a:pt x="0" y="110109"/>
                </a:lnTo>
                <a:lnTo>
                  <a:pt x="698" y="121538"/>
                </a:lnTo>
                <a:lnTo>
                  <a:pt x="13449" y="162687"/>
                </a:lnTo>
                <a:lnTo>
                  <a:pt x="40347" y="195325"/>
                </a:lnTo>
                <a:lnTo>
                  <a:pt x="67233" y="211709"/>
                </a:lnTo>
                <a:lnTo>
                  <a:pt x="77152" y="216026"/>
                </a:lnTo>
                <a:lnTo>
                  <a:pt x="87757" y="218186"/>
                </a:lnTo>
                <a:lnTo>
                  <a:pt x="98399" y="220218"/>
                </a:lnTo>
                <a:lnTo>
                  <a:pt x="109728" y="220980"/>
                </a:lnTo>
                <a:lnTo>
                  <a:pt x="121031" y="220218"/>
                </a:lnTo>
                <a:lnTo>
                  <a:pt x="162102" y="207518"/>
                </a:lnTo>
                <a:lnTo>
                  <a:pt x="194652" y="180467"/>
                </a:lnTo>
                <a:lnTo>
                  <a:pt x="215201" y="143510"/>
                </a:lnTo>
                <a:lnTo>
                  <a:pt x="219430" y="121538"/>
                </a:lnTo>
                <a:lnTo>
                  <a:pt x="219430" y="99441"/>
                </a:lnTo>
                <a:lnTo>
                  <a:pt x="217309" y="88137"/>
                </a:lnTo>
                <a:lnTo>
                  <a:pt x="215201" y="77470"/>
                </a:lnTo>
                <a:lnTo>
                  <a:pt x="210934" y="67563"/>
                </a:lnTo>
                <a:lnTo>
                  <a:pt x="206705" y="57531"/>
                </a:lnTo>
                <a:lnTo>
                  <a:pt x="179781" y="25654"/>
                </a:lnTo>
                <a:lnTo>
                  <a:pt x="142278" y="4952"/>
                </a:lnTo>
                <a:lnTo>
                  <a:pt x="121031" y="762"/>
                </a:lnTo>
                <a:lnTo>
                  <a:pt x="10972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1" name="object 26">
            <a:extLst>
              <a:ext uri="{FF2B5EF4-FFF2-40B4-BE49-F238E27FC236}">
                <a16:creationId xmlns:a16="http://schemas.microsoft.com/office/drawing/2014/main" id="{C09DE7F0-F2DE-46F7-9022-8BAF46FA1266}"/>
              </a:ext>
            </a:extLst>
          </p:cNvPr>
          <p:cNvSpPr txBox="1"/>
          <p:nvPr/>
        </p:nvSpPr>
        <p:spPr>
          <a:xfrm>
            <a:off x="1275715" y="3021076"/>
            <a:ext cx="334645" cy="7747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4800" b="1" spc="-25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4800" dirty="0">
              <a:latin typeface="Calibri"/>
              <a:cs typeface="Calibri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79896C6C-78D2-4C79-A23F-06B8B688B6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63012" y="2329216"/>
            <a:ext cx="5184141" cy="2899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459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952500" y="620689"/>
            <a:ext cx="7239000" cy="754746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s-ES_tradnl" sz="49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Estructura del </a:t>
            </a:r>
            <a:r>
              <a:rPr lang="es-ES_tradnl" sz="49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for</a:t>
            </a:r>
            <a:b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</a:br>
            <a:r>
              <a:rPr lang="es-ES_tradnl" sz="4000" b="1" dirty="0" err="1">
                <a:solidFill>
                  <a:srgbClr val="FF0000"/>
                </a:solidFill>
              </a:rPr>
              <a:t>for</a:t>
            </a:r>
            <a:r>
              <a:rPr lang="es-ES_tradnl" sz="4000" b="1" dirty="0">
                <a:solidFill>
                  <a:srgbClr val="FF0000"/>
                </a:solidFill>
              </a:rPr>
              <a:t> </a:t>
            </a:r>
            <a:r>
              <a:rPr lang="es-ES" sz="4000" b="1" dirty="0">
                <a:solidFill>
                  <a:srgbClr val="FF0000"/>
                </a:solidFill>
              </a:rPr>
              <a:t>(</a:t>
            </a:r>
            <a:r>
              <a:rPr lang="es-ES" sz="4000" b="1" dirty="0" err="1">
                <a:solidFill>
                  <a:srgbClr val="FF0000"/>
                </a:solidFill>
              </a:rPr>
              <a:t>min_value</a:t>
            </a:r>
            <a:r>
              <a:rPr lang="es-ES" sz="4000" b="1" dirty="0">
                <a:solidFill>
                  <a:srgbClr val="FF0000"/>
                </a:solidFill>
              </a:rPr>
              <a:t>, </a:t>
            </a:r>
            <a:r>
              <a:rPr lang="es-ES" sz="4000" b="1" dirty="0" err="1">
                <a:solidFill>
                  <a:srgbClr val="FF0000"/>
                </a:solidFill>
              </a:rPr>
              <a:t>max_value</a:t>
            </a:r>
            <a:r>
              <a:rPr lang="es-ES" sz="4000" b="1" dirty="0">
                <a:solidFill>
                  <a:srgbClr val="FF0000"/>
                </a:solidFill>
              </a:rPr>
              <a:t>, </a:t>
            </a:r>
            <a:r>
              <a:rPr lang="es-ES" sz="4000" b="1" dirty="0" err="1">
                <a:solidFill>
                  <a:srgbClr val="FF0000"/>
                </a:solidFill>
              </a:rPr>
              <a:t>num</a:t>
            </a:r>
            <a:r>
              <a:rPr lang="es-ES" sz="4000" b="1" dirty="0">
                <a:solidFill>
                  <a:srgbClr val="FF0000"/>
                </a:solidFill>
              </a:rPr>
              <a:t>)</a:t>
            </a:r>
            <a:br>
              <a:rPr lang="es-ES_tradnl" sz="4000" b="1" dirty="0">
                <a:solidFill>
                  <a:schemeClr val="accent6">
                    <a:lumMod val="75000"/>
                  </a:schemeClr>
                </a:solidFill>
              </a:rPr>
            </a:br>
            <a:endParaRPr lang="es-ES_tradnl" sz="40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552" y="1669906"/>
            <a:ext cx="8226914" cy="2917662"/>
          </a:xfrm>
        </p:spPr>
        <p:txBody>
          <a:bodyPr>
            <a:noAutofit/>
          </a:bodyPr>
          <a:lstStyle/>
          <a:p>
            <a:pPr algn="just">
              <a:lnSpc>
                <a:spcPct val="170000"/>
              </a:lnSpc>
              <a:spcBef>
                <a:spcPts val="0"/>
              </a:spcBef>
              <a:spcAft>
                <a:spcPts val="1200"/>
              </a:spcAft>
            </a:pPr>
            <a:r>
              <a:rPr lang="es-ES" sz="2200" dirty="0">
                <a:solidFill>
                  <a:schemeClr val="bg2">
                    <a:lumMod val="25000"/>
                  </a:schemeClr>
                </a:solidFill>
              </a:rPr>
              <a:t>Se puede utilizar el ciclo </a:t>
            </a:r>
            <a:r>
              <a:rPr lang="es-ES" sz="2200" b="1" dirty="0" err="1">
                <a:solidFill>
                  <a:schemeClr val="accent6">
                    <a:lumMod val="75000"/>
                  </a:schemeClr>
                </a:solidFill>
              </a:rPr>
              <a:t>for</a:t>
            </a:r>
            <a:r>
              <a:rPr lang="es-ES" sz="2200" dirty="0">
                <a:solidFill>
                  <a:schemeClr val="bg2">
                    <a:lumMod val="25000"/>
                  </a:schemeClr>
                </a:solidFill>
              </a:rPr>
              <a:t> para </a:t>
            </a:r>
            <a:r>
              <a:rPr lang="es-ES" sz="2200" u="sng" dirty="0">
                <a:solidFill>
                  <a:schemeClr val="bg2">
                    <a:lumMod val="25000"/>
                  </a:schemeClr>
                </a:solidFill>
              </a:rPr>
              <a:t>incrementar</a:t>
            </a:r>
            <a:r>
              <a:rPr lang="es-ES" sz="2200" dirty="0">
                <a:solidFill>
                  <a:schemeClr val="bg2">
                    <a:lumMod val="25000"/>
                  </a:schemeClr>
                </a:solidFill>
              </a:rPr>
              <a:t> en cierto </a:t>
            </a:r>
            <a:r>
              <a:rPr lang="es-ES" sz="2200" b="1" dirty="0">
                <a:solidFill>
                  <a:schemeClr val="accent6">
                    <a:lumMod val="75000"/>
                  </a:schemeClr>
                </a:solidFill>
              </a:rPr>
              <a:t>número</a:t>
            </a:r>
            <a:r>
              <a:rPr lang="es-ES" sz="2200" dirty="0">
                <a:solidFill>
                  <a:schemeClr val="bg2">
                    <a:lumMod val="25000"/>
                  </a:schemeClr>
                </a:solidFill>
              </a:rPr>
              <a:t> el valor de una variable entera. </a:t>
            </a:r>
          </a:p>
          <a:p>
            <a:pPr algn="just">
              <a:lnSpc>
                <a:spcPct val="170000"/>
              </a:lnSpc>
              <a:spcBef>
                <a:spcPts val="0"/>
              </a:spcBef>
              <a:spcAft>
                <a:spcPts val="1200"/>
              </a:spcAft>
            </a:pPr>
            <a:r>
              <a:rPr lang="es-ES" sz="2200" dirty="0">
                <a:solidFill>
                  <a:schemeClr val="bg2">
                    <a:lumMod val="25000"/>
                  </a:schemeClr>
                </a:solidFill>
              </a:rPr>
              <a:t>El </a:t>
            </a:r>
            <a:r>
              <a:rPr lang="es-ES" sz="2200" b="1" dirty="0" err="1">
                <a:solidFill>
                  <a:schemeClr val="accent6">
                    <a:lumMod val="75000"/>
                  </a:schemeClr>
                </a:solidFill>
              </a:rPr>
              <a:t>range</a:t>
            </a:r>
            <a:r>
              <a:rPr lang="es-ES" sz="2200" b="1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es-ES" sz="2200" b="1" dirty="0" err="1">
                <a:solidFill>
                  <a:schemeClr val="accent6">
                    <a:lumMod val="75000"/>
                  </a:schemeClr>
                </a:solidFill>
              </a:rPr>
              <a:t>min_value</a:t>
            </a:r>
            <a:r>
              <a:rPr lang="es-ES" sz="2200" b="1" dirty="0">
                <a:solidFill>
                  <a:schemeClr val="accent6">
                    <a:lumMod val="75000"/>
                  </a:schemeClr>
                </a:solidFill>
              </a:rPr>
              <a:t>, </a:t>
            </a:r>
            <a:r>
              <a:rPr lang="es-ES" sz="2200" b="1" dirty="0" err="1">
                <a:solidFill>
                  <a:schemeClr val="accent6">
                    <a:lumMod val="75000"/>
                  </a:schemeClr>
                </a:solidFill>
              </a:rPr>
              <a:t>max_value</a:t>
            </a:r>
            <a:r>
              <a:rPr lang="es-ES" sz="2200" b="1" dirty="0">
                <a:solidFill>
                  <a:schemeClr val="accent6">
                    <a:lumMod val="75000"/>
                  </a:schemeClr>
                </a:solidFill>
              </a:rPr>
              <a:t>, </a:t>
            </a:r>
            <a:r>
              <a:rPr lang="es-ES" sz="2200" b="1" dirty="0" err="1">
                <a:solidFill>
                  <a:schemeClr val="accent6">
                    <a:lumMod val="75000"/>
                  </a:schemeClr>
                </a:solidFill>
              </a:rPr>
              <a:t>num</a:t>
            </a:r>
            <a:r>
              <a:rPr lang="es-ES" sz="2200" b="1" dirty="0">
                <a:solidFill>
                  <a:schemeClr val="accent6">
                    <a:lumMod val="75000"/>
                  </a:schemeClr>
                </a:solidFill>
              </a:rPr>
              <a:t>) </a:t>
            </a:r>
            <a:r>
              <a:rPr lang="es-ES" sz="2200" dirty="0">
                <a:solidFill>
                  <a:schemeClr val="bg2">
                    <a:lumMod val="25000"/>
                  </a:schemeClr>
                </a:solidFill>
              </a:rPr>
              <a:t>genera una secuencia con números </a:t>
            </a:r>
            <a:r>
              <a:rPr lang="es-ES" sz="2200" b="1" dirty="0" err="1">
                <a:solidFill>
                  <a:srgbClr val="0070C0"/>
                </a:solidFill>
              </a:rPr>
              <a:t>min_value</a:t>
            </a:r>
            <a:r>
              <a:rPr lang="es-ES" sz="2200" b="1" dirty="0">
                <a:solidFill>
                  <a:srgbClr val="0070C0"/>
                </a:solidFill>
              </a:rPr>
              <a:t> , </a:t>
            </a:r>
            <a:r>
              <a:rPr lang="es-ES" sz="2200" b="1" dirty="0" err="1">
                <a:solidFill>
                  <a:srgbClr val="0070C0"/>
                </a:solidFill>
              </a:rPr>
              <a:t>min_value</a:t>
            </a:r>
            <a:r>
              <a:rPr lang="es-ES" sz="2200" b="1" dirty="0">
                <a:solidFill>
                  <a:srgbClr val="0070C0"/>
                </a:solidFill>
              </a:rPr>
              <a:t> + </a:t>
            </a:r>
            <a:r>
              <a:rPr lang="es-ES" sz="2200" b="1" dirty="0" err="1">
                <a:solidFill>
                  <a:srgbClr val="0070C0"/>
                </a:solidFill>
              </a:rPr>
              <a:t>num</a:t>
            </a:r>
            <a:r>
              <a:rPr lang="es-ES" sz="2200" b="1" dirty="0">
                <a:solidFill>
                  <a:srgbClr val="0070C0"/>
                </a:solidFill>
              </a:rPr>
              <a:t>, ...</a:t>
            </a:r>
            <a:r>
              <a:rPr lang="es-ES" sz="2200" dirty="0">
                <a:solidFill>
                  <a:schemeClr val="bg2">
                    <a:lumMod val="25000"/>
                  </a:schemeClr>
                </a:solidFill>
              </a:rPr>
              <a:t> El ciclo siempre incluye </a:t>
            </a:r>
            <a:r>
              <a:rPr lang="es-ES" sz="2200" dirty="0" err="1">
                <a:solidFill>
                  <a:schemeClr val="bg2">
                    <a:lumMod val="25000"/>
                  </a:schemeClr>
                </a:solidFill>
              </a:rPr>
              <a:t>min_value</a:t>
            </a:r>
            <a:r>
              <a:rPr lang="es-ES" sz="2200" dirty="0">
                <a:solidFill>
                  <a:schemeClr val="bg2">
                    <a:lumMod val="25000"/>
                  </a:schemeClr>
                </a:solidFill>
              </a:rPr>
              <a:t> y excluye </a:t>
            </a:r>
            <a:r>
              <a:rPr lang="es-ES" sz="2200" dirty="0" err="1">
                <a:solidFill>
                  <a:schemeClr val="bg2">
                    <a:lumMod val="25000"/>
                  </a:schemeClr>
                </a:solidFill>
              </a:rPr>
              <a:t>max_value</a:t>
            </a:r>
            <a:r>
              <a:rPr lang="es-ES" sz="2200" dirty="0">
                <a:solidFill>
                  <a:schemeClr val="bg2">
                    <a:lumMod val="25000"/>
                  </a:schemeClr>
                </a:solidFill>
              </a:rPr>
              <a:t>.</a:t>
            </a:r>
            <a:endParaRPr lang="es-ES_tradnl" sz="2200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3" name="Imagen 2" descr="Imagen que contiene globo, lámpara&#10;&#10;Descripción generada automáticamente">
            <a:extLst>
              <a:ext uri="{FF2B5EF4-FFF2-40B4-BE49-F238E27FC236}">
                <a16:creationId xmlns:a16="http://schemas.microsoft.com/office/drawing/2014/main" id="{C41043D5-FA3A-49D4-8CB3-6DC6B098226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0793" y="5453574"/>
            <a:ext cx="1643586" cy="1404426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8CB516CA-BFCA-45D9-B146-6CE795A4C79E}"/>
              </a:ext>
            </a:extLst>
          </p:cNvPr>
          <p:cNvSpPr/>
          <p:nvPr/>
        </p:nvSpPr>
        <p:spPr>
          <a:xfrm>
            <a:off x="899592" y="5022234"/>
            <a:ext cx="7344817" cy="1143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_tradnl" sz="2400" b="1" dirty="0" err="1">
                <a:solidFill>
                  <a:schemeClr val="accent6">
                    <a:lumMod val="75000"/>
                  </a:schemeClr>
                </a:solidFill>
              </a:rPr>
              <a:t>for</a:t>
            </a:r>
            <a:r>
              <a:rPr lang="es-ES_tradnl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s-ES_tradnl" sz="2400" b="1" dirty="0">
                <a:solidFill>
                  <a:srgbClr val="FF3300"/>
                </a:solidFill>
              </a:rPr>
              <a:t>contador </a:t>
            </a:r>
            <a:r>
              <a:rPr lang="es-ES_tradnl" sz="2400" b="1" dirty="0">
                <a:solidFill>
                  <a:srgbClr val="00B050"/>
                </a:solidFill>
              </a:rPr>
              <a:t>in </a:t>
            </a:r>
            <a:r>
              <a:rPr lang="es-ES_tradnl" sz="2400" b="1" dirty="0" err="1">
                <a:solidFill>
                  <a:srgbClr val="00B050"/>
                </a:solidFill>
              </a:rPr>
              <a:t>range</a:t>
            </a:r>
            <a:r>
              <a:rPr lang="es-ES_tradnl" sz="2400" b="1" dirty="0">
                <a:solidFill>
                  <a:srgbClr val="00B050"/>
                </a:solidFill>
              </a:rPr>
              <a:t> </a:t>
            </a:r>
            <a:r>
              <a:rPr lang="es-ES_tradnl" sz="2400" b="1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es-ES_tradnl" sz="2400" b="1" dirty="0" err="1">
                <a:solidFill>
                  <a:schemeClr val="accent6">
                    <a:lumMod val="75000"/>
                  </a:schemeClr>
                </a:solidFill>
              </a:rPr>
              <a:t>min_value</a:t>
            </a:r>
            <a:r>
              <a:rPr lang="es-ES_tradnl" sz="2400" b="1" dirty="0">
                <a:solidFill>
                  <a:schemeClr val="accent6">
                    <a:lumMod val="75000"/>
                  </a:schemeClr>
                </a:solidFill>
              </a:rPr>
              <a:t>, </a:t>
            </a:r>
            <a:r>
              <a:rPr lang="es-ES_tradnl" sz="2400" b="1" dirty="0" err="1">
                <a:solidFill>
                  <a:schemeClr val="accent6">
                    <a:lumMod val="75000"/>
                  </a:schemeClr>
                </a:solidFill>
              </a:rPr>
              <a:t>max_value</a:t>
            </a:r>
            <a:r>
              <a:rPr lang="es-ES_tradnl" sz="2400" b="1" dirty="0">
                <a:solidFill>
                  <a:schemeClr val="accent6">
                    <a:lumMod val="75000"/>
                  </a:schemeClr>
                </a:solidFill>
              </a:rPr>
              <a:t>, </a:t>
            </a:r>
            <a:r>
              <a:rPr lang="es-ES_tradnl" sz="2400" b="1" dirty="0" err="1">
                <a:solidFill>
                  <a:schemeClr val="accent6">
                    <a:lumMod val="75000"/>
                  </a:schemeClr>
                </a:solidFill>
              </a:rPr>
              <a:t>num</a:t>
            </a:r>
            <a:r>
              <a:rPr lang="es-ES_tradnl" sz="2400" b="1" dirty="0">
                <a:solidFill>
                  <a:schemeClr val="accent6">
                    <a:lumMod val="75000"/>
                  </a:schemeClr>
                </a:solidFill>
              </a:rPr>
              <a:t>): </a:t>
            </a:r>
          </a:p>
          <a:p>
            <a:pPr>
              <a:lnSpc>
                <a:spcPct val="150000"/>
              </a:lnSpc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</a:rPr>
              <a:t>       instrucciones</a:t>
            </a:r>
            <a:endParaRPr lang="es-ES_tradnl" sz="2400" b="1" dirty="0"/>
          </a:p>
        </p:txBody>
      </p:sp>
    </p:spTree>
    <p:extLst>
      <p:ext uri="{BB962C8B-B14F-4D97-AF65-F5344CB8AC3E}">
        <p14:creationId xmlns:p14="http://schemas.microsoft.com/office/powerpoint/2010/main" val="3262134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60525"/>
            <a:ext cx="940308" cy="8961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420623" y="2533650"/>
            <a:ext cx="2065020" cy="1789176"/>
          </a:xfrm>
          <a:prstGeom prst="rect">
            <a:avLst/>
          </a:prstGeom>
          <a:blipFill>
            <a:blip r:embed="rId4" cstate="print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-4572" y="3987546"/>
            <a:ext cx="1778508" cy="204825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762000" y="1735074"/>
            <a:ext cx="819912" cy="710184"/>
          </a:xfrm>
          <a:custGeom>
            <a:avLst/>
            <a:gdLst/>
            <a:ahLst/>
            <a:cxnLst/>
            <a:rect l="l" t="t" r="r" b="b"/>
            <a:pathLst>
              <a:path w="819912" h="710184">
                <a:moveTo>
                  <a:pt x="0" y="355091"/>
                </a:moveTo>
                <a:lnTo>
                  <a:pt x="203657" y="710184"/>
                </a:lnTo>
                <a:lnTo>
                  <a:pt x="616204" y="710184"/>
                </a:lnTo>
                <a:lnTo>
                  <a:pt x="819912" y="355091"/>
                </a:lnTo>
                <a:lnTo>
                  <a:pt x="616204" y="0"/>
                </a:lnTo>
                <a:lnTo>
                  <a:pt x="203657" y="0"/>
                </a:lnTo>
                <a:lnTo>
                  <a:pt x="0" y="355091"/>
                </a:lnTo>
                <a:close/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996721" y="2050541"/>
            <a:ext cx="82270" cy="184404"/>
          </a:xfrm>
          <a:custGeom>
            <a:avLst/>
            <a:gdLst/>
            <a:ahLst/>
            <a:cxnLst/>
            <a:rect l="l" t="t" r="r" b="b"/>
            <a:pathLst>
              <a:path w="82270" h="184404">
                <a:moveTo>
                  <a:pt x="82270" y="0"/>
                </a:moveTo>
                <a:lnTo>
                  <a:pt x="0" y="0"/>
                </a:lnTo>
                <a:lnTo>
                  <a:pt x="0" y="184404"/>
                </a:lnTo>
                <a:lnTo>
                  <a:pt x="82270" y="184404"/>
                </a:lnTo>
                <a:lnTo>
                  <a:pt x="82270" y="50546"/>
                </a:lnTo>
                <a:lnTo>
                  <a:pt x="50571" y="50546"/>
                </a:lnTo>
                <a:lnTo>
                  <a:pt x="47510" y="50037"/>
                </a:lnTo>
                <a:lnTo>
                  <a:pt x="35750" y="35813"/>
                </a:lnTo>
                <a:lnTo>
                  <a:pt x="36283" y="32766"/>
                </a:lnTo>
                <a:lnTo>
                  <a:pt x="50571" y="20955"/>
                </a:lnTo>
                <a:lnTo>
                  <a:pt x="82270" y="20955"/>
                </a:lnTo>
                <a:lnTo>
                  <a:pt x="82270" y="0"/>
                </a:lnTo>
                <a:close/>
              </a:path>
              <a:path w="82270" h="184404">
                <a:moveTo>
                  <a:pt x="82270" y="20955"/>
                </a:moveTo>
                <a:lnTo>
                  <a:pt x="50571" y="20955"/>
                </a:lnTo>
                <a:lnTo>
                  <a:pt x="53644" y="21462"/>
                </a:lnTo>
                <a:lnTo>
                  <a:pt x="58750" y="23495"/>
                </a:lnTo>
                <a:lnTo>
                  <a:pt x="62852" y="27559"/>
                </a:lnTo>
                <a:lnTo>
                  <a:pt x="64376" y="30099"/>
                </a:lnTo>
                <a:lnTo>
                  <a:pt x="64884" y="32766"/>
                </a:lnTo>
                <a:lnTo>
                  <a:pt x="65405" y="35813"/>
                </a:lnTo>
                <a:lnTo>
                  <a:pt x="64884" y="38862"/>
                </a:lnTo>
                <a:lnTo>
                  <a:pt x="50571" y="50546"/>
                </a:lnTo>
                <a:lnTo>
                  <a:pt x="82270" y="50546"/>
                </a:lnTo>
                <a:lnTo>
                  <a:pt x="82270" y="20955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1091209" y="1928622"/>
            <a:ext cx="256006" cy="324612"/>
          </a:xfrm>
          <a:custGeom>
            <a:avLst/>
            <a:gdLst/>
            <a:ahLst/>
            <a:cxnLst/>
            <a:rect l="l" t="t" r="r" b="b"/>
            <a:pathLst>
              <a:path w="256006" h="324612">
                <a:moveTo>
                  <a:pt x="131800" y="0"/>
                </a:moveTo>
                <a:lnTo>
                  <a:pt x="103822" y="30606"/>
                </a:lnTo>
                <a:lnTo>
                  <a:pt x="99758" y="42417"/>
                </a:lnTo>
                <a:lnTo>
                  <a:pt x="80911" y="82168"/>
                </a:lnTo>
                <a:lnTo>
                  <a:pt x="76327" y="86740"/>
                </a:lnTo>
                <a:lnTo>
                  <a:pt x="69202" y="93979"/>
                </a:lnTo>
                <a:lnTo>
                  <a:pt x="52400" y="109727"/>
                </a:lnTo>
                <a:lnTo>
                  <a:pt x="30022" y="130175"/>
                </a:lnTo>
                <a:lnTo>
                  <a:pt x="0" y="130175"/>
                </a:lnTo>
                <a:lnTo>
                  <a:pt x="0" y="280669"/>
                </a:lnTo>
                <a:lnTo>
                  <a:pt x="31546" y="280669"/>
                </a:lnTo>
                <a:lnTo>
                  <a:pt x="41732" y="285876"/>
                </a:lnTo>
                <a:lnTo>
                  <a:pt x="55968" y="291973"/>
                </a:lnTo>
                <a:lnTo>
                  <a:pt x="94665" y="306704"/>
                </a:lnTo>
                <a:lnTo>
                  <a:pt x="138925" y="319024"/>
                </a:lnTo>
                <a:lnTo>
                  <a:pt x="149618" y="321563"/>
                </a:lnTo>
                <a:lnTo>
                  <a:pt x="160312" y="323088"/>
                </a:lnTo>
                <a:lnTo>
                  <a:pt x="169976" y="324103"/>
                </a:lnTo>
                <a:lnTo>
                  <a:pt x="179679" y="324612"/>
                </a:lnTo>
                <a:lnTo>
                  <a:pt x="195935" y="324612"/>
                </a:lnTo>
                <a:lnTo>
                  <a:pt x="232638" y="310768"/>
                </a:lnTo>
                <a:lnTo>
                  <a:pt x="234162" y="296037"/>
                </a:lnTo>
                <a:lnTo>
                  <a:pt x="233654" y="292480"/>
                </a:lnTo>
                <a:lnTo>
                  <a:pt x="232638" y="289432"/>
                </a:lnTo>
                <a:lnTo>
                  <a:pt x="230479" y="286385"/>
                </a:lnTo>
                <a:lnTo>
                  <a:pt x="227558" y="283717"/>
                </a:lnTo>
                <a:lnTo>
                  <a:pt x="230098" y="283337"/>
                </a:lnTo>
                <a:lnTo>
                  <a:pt x="232638" y="282193"/>
                </a:lnTo>
                <a:lnTo>
                  <a:pt x="235178" y="281177"/>
                </a:lnTo>
                <a:lnTo>
                  <a:pt x="237210" y="279145"/>
                </a:lnTo>
                <a:lnTo>
                  <a:pt x="243306" y="250570"/>
                </a:lnTo>
                <a:lnTo>
                  <a:pt x="243306" y="245999"/>
                </a:lnTo>
                <a:lnTo>
                  <a:pt x="242798" y="243458"/>
                </a:lnTo>
                <a:lnTo>
                  <a:pt x="241782" y="241426"/>
                </a:lnTo>
                <a:lnTo>
                  <a:pt x="239242" y="237870"/>
                </a:lnTo>
                <a:lnTo>
                  <a:pt x="236194" y="234823"/>
                </a:lnTo>
                <a:lnTo>
                  <a:pt x="238734" y="234314"/>
                </a:lnTo>
                <a:lnTo>
                  <a:pt x="250418" y="202056"/>
                </a:lnTo>
                <a:lnTo>
                  <a:pt x="250418" y="196976"/>
                </a:lnTo>
                <a:lnTo>
                  <a:pt x="249910" y="194437"/>
                </a:lnTo>
                <a:lnTo>
                  <a:pt x="247878" y="190373"/>
                </a:lnTo>
                <a:lnTo>
                  <a:pt x="244830" y="187325"/>
                </a:lnTo>
                <a:lnTo>
                  <a:pt x="242798" y="185800"/>
                </a:lnTo>
                <a:lnTo>
                  <a:pt x="244830" y="185292"/>
                </a:lnTo>
                <a:lnTo>
                  <a:pt x="256006" y="153162"/>
                </a:lnTo>
                <a:lnTo>
                  <a:pt x="254990" y="147954"/>
                </a:lnTo>
                <a:lnTo>
                  <a:pt x="220319" y="130175"/>
                </a:lnTo>
                <a:lnTo>
                  <a:pt x="131800" y="123062"/>
                </a:lnTo>
                <a:lnTo>
                  <a:pt x="135369" y="116839"/>
                </a:lnTo>
                <a:lnTo>
                  <a:pt x="147574" y="77088"/>
                </a:lnTo>
                <a:lnTo>
                  <a:pt x="152158" y="32130"/>
                </a:lnTo>
                <a:lnTo>
                  <a:pt x="152158" y="16890"/>
                </a:lnTo>
                <a:lnTo>
                  <a:pt x="135890" y="507"/>
                </a:lnTo>
                <a:lnTo>
                  <a:pt x="13180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373380" y="1752612"/>
            <a:ext cx="111251" cy="0"/>
          </a:xfrm>
          <a:custGeom>
            <a:avLst/>
            <a:gdLst/>
            <a:ahLst/>
            <a:cxnLst/>
            <a:rect l="l" t="t" r="r" b="b"/>
            <a:pathLst>
              <a:path w="111251">
                <a:moveTo>
                  <a:pt x="0" y="0"/>
                </a:moveTo>
                <a:lnTo>
                  <a:pt x="111251" y="0"/>
                </a:lnTo>
              </a:path>
            </a:pathLst>
          </a:custGeom>
          <a:ln w="57633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379475" y="1774698"/>
            <a:ext cx="99060" cy="28955"/>
          </a:xfrm>
          <a:custGeom>
            <a:avLst/>
            <a:gdLst/>
            <a:ahLst/>
            <a:cxnLst/>
            <a:rect l="l" t="t" r="r" b="b"/>
            <a:pathLst>
              <a:path w="99059" h="28955">
                <a:moveTo>
                  <a:pt x="0" y="0"/>
                </a:moveTo>
                <a:lnTo>
                  <a:pt x="0" y="4190"/>
                </a:lnTo>
                <a:lnTo>
                  <a:pt x="584" y="7747"/>
                </a:lnTo>
                <a:lnTo>
                  <a:pt x="2374" y="11302"/>
                </a:lnTo>
                <a:lnTo>
                  <a:pt x="4724" y="14224"/>
                </a:lnTo>
                <a:lnTo>
                  <a:pt x="8255" y="16001"/>
                </a:lnTo>
                <a:lnTo>
                  <a:pt x="45389" y="28321"/>
                </a:lnTo>
                <a:lnTo>
                  <a:pt x="49530" y="28955"/>
                </a:lnTo>
                <a:lnTo>
                  <a:pt x="53644" y="28321"/>
                </a:lnTo>
                <a:lnTo>
                  <a:pt x="90805" y="16001"/>
                </a:lnTo>
                <a:lnTo>
                  <a:pt x="94335" y="14224"/>
                </a:lnTo>
                <a:lnTo>
                  <a:pt x="96685" y="11302"/>
                </a:lnTo>
                <a:lnTo>
                  <a:pt x="98450" y="7747"/>
                </a:lnTo>
                <a:lnTo>
                  <a:pt x="99060" y="4190"/>
                </a:lnTo>
                <a:lnTo>
                  <a:pt x="99060" y="0"/>
                </a:lnTo>
                <a:lnTo>
                  <a:pt x="0" y="0"/>
                </a:lnTo>
                <a:close/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0" name="object 10"/>
          <p:cNvSpPr/>
          <p:nvPr/>
        </p:nvSpPr>
        <p:spPr>
          <a:xfrm>
            <a:off x="368834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161543"/>
                </a:moveTo>
                <a:lnTo>
                  <a:pt x="14477" y="68961"/>
                </a:lnTo>
                <a:lnTo>
                  <a:pt x="0" y="0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1" name="object 11"/>
          <p:cNvSpPr/>
          <p:nvPr/>
        </p:nvSpPr>
        <p:spPr>
          <a:xfrm>
            <a:off x="304800" y="1410463"/>
            <a:ext cx="248412" cy="297179"/>
          </a:xfrm>
          <a:custGeom>
            <a:avLst/>
            <a:gdLst/>
            <a:ahLst/>
            <a:cxnLst/>
            <a:rect l="l" t="t" r="r" b="b"/>
            <a:pathLst>
              <a:path w="248412" h="297179">
                <a:moveTo>
                  <a:pt x="173659" y="297179"/>
                </a:moveTo>
                <a:lnTo>
                  <a:pt x="176606" y="284225"/>
                </a:lnTo>
                <a:lnTo>
                  <a:pt x="180708" y="271907"/>
                </a:lnTo>
                <a:lnTo>
                  <a:pt x="185432" y="260096"/>
                </a:lnTo>
                <a:lnTo>
                  <a:pt x="190715" y="249427"/>
                </a:lnTo>
                <a:lnTo>
                  <a:pt x="196621" y="239522"/>
                </a:lnTo>
                <a:lnTo>
                  <a:pt x="202488" y="229488"/>
                </a:lnTo>
                <a:lnTo>
                  <a:pt x="215442" y="210692"/>
                </a:lnTo>
                <a:lnTo>
                  <a:pt x="221919" y="201295"/>
                </a:lnTo>
                <a:lnTo>
                  <a:pt x="227799" y="191897"/>
                </a:lnTo>
                <a:lnTo>
                  <a:pt x="245465" y="149478"/>
                </a:lnTo>
                <a:lnTo>
                  <a:pt x="247802" y="130683"/>
                </a:lnTo>
                <a:lnTo>
                  <a:pt x="248412" y="124205"/>
                </a:lnTo>
                <a:lnTo>
                  <a:pt x="247230" y="111251"/>
                </a:lnTo>
                <a:lnTo>
                  <a:pt x="245465" y="98933"/>
                </a:lnTo>
                <a:lnTo>
                  <a:pt x="227215" y="54737"/>
                </a:lnTo>
                <a:lnTo>
                  <a:pt x="193662" y="21209"/>
                </a:lnTo>
                <a:lnTo>
                  <a:pt x="148932" y="2412"/>
                </a:lnTo>
                <a:lnTo>
                  <a:pt x="124206" y="0"/>
                </a:lnTo>
                <a:lnTo>
                  <a:pt x="75946" y="10033"/>
                </a:lnTo>
                <a:lnTo>
                  <a:pt x="36499" y="36449"/>
                </a:lnTo>
                <a:lnTo>
                  <a:pt x="10007" y="75946"/>
                </a:lnTo>
                <a:lnTo>
                  <a:pt x="0" y="124205"/>
                </a:lnTo>
                <a:lnTo>
                  <a:pt x="10007" y="171830"/>
                </a:lnTo>
                <a:lnTo>
                  <a:pt x="32969" y="210692"/>
                </a:lnTo>
                <a:lnTo>
                  <a:pt x="45923" y="229488"/>
                </a:lnTo>
                <a:lnTo>
                  <a:pt x="51790" y="239522"/>
                </a:lnTo>
                <a:lnTo>
                  <a:pt x="57696" y="249427"/>
                </a:lnTo>
                <a:lnTo>
                  <a:pt x="62979" y="260096"/>
                </a:lnTo>
                <a:lnTo>
                  <a:pt x="67703" y="271907"/>
                </a:lnTo>
                <a:lnTo>
                  <a:pt x="71805" y="284225"/>
                </a:lnTo>
                <a:lnTo>
                  <a:pt x="74752" y="297179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2" name="object 12"/>
          <p:cNvSpPr/>
          <p:nvPr/>
        </p:nvSpPr>
        <p:spPr>
          <a:xfrm>
            <a:off x="454178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0"/>
                </a:moveTo>
                <a:lnTo>
                  <a:pt x="20523" y="68961"/>
                </a:lnTo>
                <a:lnTo>
                  <a:pt x="0" y="161543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3" name="object 13"/>
          <p:cNvSpPr/>
          <p:nvPr/>
        </p:nvSpPr>
        <p:spPr>
          <a:xfrm>
            <a:off x="385598" y="1540001"/>
            <a:ext cx="86817" cy="19812"/>
          </a:xfrm>
          <a:custGeom>
            <a:avLst/>
            <a:gdLst/>
            <a:ahLst/>
            <a:cxnLst/>
            <a:rect l="l" t="t" r="r" b="b"/>
            <a:pathLst>
              <a:path w="86817" h="19812">
                <a:moveTo>
                  <a:pt x="0" y="1905"/>
                </a:moveTo>
                <a:lnTo>
                  <a:pt x="19939" y="19812"/>
                </a:lnTo>
                <a:lnTo>
                  <a:pt x="39890" y="1905"/>
                </a:lnTo>
                <a:lnTo>
                  <a:pt x="41656" y="635"/>
                </a:lnTo>
                <a:lnTo>
                  <a:pt x="43408" y="0"/>
                </a:lnTo>
                <a:lnTo>
                  <a:pt x="45161" y="635"/>
                </a:lnTo>
                <a:lnTo>
                  <a:pt x="46926" y="1905"/>
                </a:lnTo>
                <a:lnTo>
                  <a:pt x="66878" y="19812"/>
                </a:lnTo>
                <a:lnTo>
                  <a:pt x="86817" y="1905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4" name="object 14"/>
          <p:cNvSpPr/>
          <p:nvPr/>
        </p:nvSpPr>
        <p:spPr>
          <a:xfrm>
            <a:off x="379475" y="1710689"/>
            <a:ext cx="99060" cy="0"/>
          </a:xfrm>
          <a:custGeom>
            <a:avLst/>
            <a:gdLst/>
            <a:ahLst/>
            <a:cxnLst/>
            <a:rect l="l" t="t" r="r" b="b"/>
            <a:pathLst>
              <a:path w="99059">
                <a:moveTo>
                  <a:pt x="0" y="0"/>
                </a:moveTo>
                <a:lnTo>
                  <a:pt x="99060" y="0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5" name="object 15"/>
          <p:cNvSpPr/>
          <p:nvPr/>
        </p:nvSpPr>
        <p:spPr>
          <a:xfrm>
            <a:off x="739140" y="957835"/>
            <a:ext cx="428244" cy="371855"/>
          </a:xfrm>
          <a:custGeom>
            <a:avLst/>
            <a:gdLst/>
            <a:ahLst/>
            <a:cxnLst/>
            <a:rect l="l" t="t" r="r" b="b"/>
            <a:pathLst>
              <a:path w="428244" h="371855">
                <a:moveTo>
                  <a:pt x="321602" y="0"/>
                </a:moveTo>
                <a:lnTo>
                  <a:pt x="106641" y="0"/>
                </a:lnTo>
                <a:lnTo>
                  <a:pt x="0" y="185927"/>
                </a:lnTo>
                <a:lnTo>
                  <a:pt x="106641" y="371855"/>
                </a:lnTo>
                <a:lnTo>
                  <a:pt x="321602" y="371855"/>
                </a:lnTo>
                <a:lnTo>
                  <a:pt x="428244" y="185927"/>
                </a:lnTo>
                <a:lnTo>
                  <a:pt x="321602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6" name="object 16"/>
          <p:cNvSpPr/>
          <p:nvPr/>
        </p:nvSpPr>
        <p:spPr>
          <a:xfrm>
            <a:off x="421386" y="857251"/>
            <a:ext cx="358140" cy="246125"/>
          </a:xfrm>
          <a:custGeom>
            <a:avLst/>
            <a:gdLst/>
            <a:ahLst/>
            <a:cxnLst/>
            <a:rect l="l" t="t" r="r" b="b"/>
            <a:pathLst>
              <a:path w="358140" h="246125">
                <a:moveTo>
                  <a:pt x="0" y="90677"/>
                </a:moveTo>
                <a:lnTo>
                  <a:pt x="89154" y="246125"/>
                </a:lnTo>
                <a:lnTo>
                  <a:pt x="268986" y="246125"/>
                </a:lnTo>
                <a:lnTo>
                  <a:pt x="358140" y="90677"/>
                </a:lnTo>
                <a:lnTo>
                  <a:pt x="306133" y="0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7" name="object 17"/>
          <p:cNvSpPr/>
          <p:nvPr/>
        </p:nvSpPr>
        <p:spPr>
          <a:xfrm>
            <a:off x="421386" y="857251"/>
            <a:ext cx="52006" cy="90677"/>
          </a:xfrm>
          <a:custGeom>
            <a:avLst/>
            <a:gdLst/>
            <a:ahLst/>
            <a:cxnLst/>
            <a:rect l="l" t="t" r="r" b="b"/>
            <a:pathLst>
              <a:path w="52006" h="90677">
                <a:moveTo>
                  <a:pt x="52006" y="0"/>
                </a:moveTo>
                <a:lnTo>
                  <a:pt x="0" y="90677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8" name="object 18"/>
          <p:cNvSpPr/>
          <p:nvPr/>
        </p:nvSpPr>
        <p:spPr>
          <a:xfrm>
            <a:off x="336804" y="2309623"/>
            <a:ext cx="185902" cy="207263"/>
          </a:xfrm>
          <a:custGeom>
            <a:avLst/>
            <a:gdLst/>
            <a:ahLst/>
            <a:cxnLst/>
            <a:rect l="l" t="t" r="r" b="b"/>
            <a:pathLst>
              <a:path w="185902" h="207263">
                <a:moveTo>
                  <a:pt x="133807" y="0"/>
                </a:moveTo>
                <a:lnTo>
                  <a:pt x="128866" y="762"/>
                </a:lnTo>
                <a:lnTo>
                  <a:pt x="123939" y="1397"/>
                </a:lnTo>
                <a:lnTo>
                  <a:pt x="119011" y="2793"/>
                </a:lnTo>
                <a:lnTo>
                  <a:pt x="88734" y="27686"/>
                </a:lnTo>
                <a:lnTo>
                  <a:pt x="82397" y="52577"/>
                </a:lnTo>
                <a:lnTo>
                  <a:pt x="83083" y="60325"/>
                </a:lnTo>
                <a:lnTo>
                  <a:pt x="85216" y="68199"/>
                </a:lnTo>
                <a:lnTo>
                  <a:pt x="88023" y="75183"/>
                </a:lnTo>
                <a:lnTo>
                  <a:pt x="91541" y="81661"/>
                </a:lnTo>
                <a:lnTo>
                  <a:pt x="0" y="190245"/>
                </a:lnTo>
                <a:lnTo>
                  <a:pt x="10579" y="197992"/>
                </a:lnTo>
                <a:lnTo>
                  <a:pt x="20446" y="207263"/>
                </a:lnTo>
                <a:lnTo>
                  <a:pt x="111975" y="99313"/>
                </a:lnTo>
                <a:lnTo>
                  <a:pt x="155713" y="99313"/>
                </a:lnTo>
                <a:lnTo>
                  <a:pt x="158457" y="97916"/>
                </a:lnTo>
                <a:lnTo>
                  <a:pt x="184480" y="62483"/>
                </a:lnTo>
                <a:lnTo>
                  <a:pt x="185902" y="52577"/>
                </a:lnTo>
                <a:lnTo>
                  <a:pt x="185204" y="46862"/>
                </a:lnTo>
                <a:lnTo>
                  <a:pt x="184480" y="41910"/>
                </a:lnTo>
                <a:lnTo>
                  <a:pt x="183070" y="36956"/>
                </a:lnTo>
                <a:lnTo>
                  <a:pt x="181686" y="31876"/>
                </a:lnTo>
                <a:lnTo>
                  <a:pt x="162661" y="9270"/>
                </a:lnTo>
                <a:lnTo>
                  <a:pt x="158457" y="6350"/>
                </a:lnTo>
                <a:lnTo>
                  <a:pt x="154216" y="4317"/>
                </a:lnTo>
                <a:lnTo>
                  <a:pt x="149288" y="2793"/>
                </a:lnTo>
                <a:lnTo>
                  <a:pt x="144348" y="1397"/>
                </a:lnTo>
                <a:lnTo>
                  <a:pt x="133807" y="0"/>
                </a:lnTo>
                <a:close/>
              </a:path>
              <a:path w="185902" h="207263">
                <a:moveTo>
                  <a:pt x="155713" y="99313"/>
                </a:moveTo>
                <a:lnTo>
                  <a:pt x="111975" y="99313"/>
                </a:lnTo>
                <a:lnTo>
                  <a:pt x="116903" y="101473"/>
                </a:lnTo>
                <a:lnTo>
                  <a:pt x="122529" y="102997"/>
                </a:lnTo>
                <a:lnTo>
                  <a:pt x="133807" y="104266"/>
                </a:lnTo>
                <a:lnTo>
                  <a:pt x="139420" y="103631"/>
                </a:lnTo>
                <a:lnTo>
                  <a:pt x="144348" y="102997"/>
                </a:lnTo>
                <a:lnTo>
                  <a:pt x="149288" y="102235"/>
                </a:lnTo>
                <a:lnTo>
                  <a:pt x="154216" y="100075"/>
                </a:lnTo>
                <a:lnTo>
                  <a:pt x="155713" y="99313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9" name="object 19"/>
          <p:cNvSpPr/>
          <p:nvPr/>
        </p:nvSpPr>
        <p:spPr>
          <a:xfrm>
            <a:off x="53339" y="2340102"/>
            <a:ext cx="149326" cy="172212"/>
          </a:xfrm>
          <a:custGeom>
            <a:avLst/>
            <a:gdLst/>
            <a:ahLst/>
            <a:cxnLst/>
            <a:rect l="l" t="t" r="r" b="b"/>
            <a:pathLst>
              <a:path w="149326" h="172212">
                <a:moveTo>
                  <a:pt x="106254" y="99949"/>
                </a:moveTo>
                <a:lnTo>
                  <a:pt x="71822" y="99949"/>
                </a:lnTo>
                <a:lnTo>
                  <a:pt x="127977" y="172212"/>
                </a:lnTo>
                <a:lnTo>
                  <a:pt x="137934" y="163702"/>
                </a:lnTo>
                <a:lnTo>
                  <a:pt x="149326" y="155956"/>
                </a:lnTo>
                <a:lnTo>
                  <a:pt x="106254" y="99949"/>
                </a:lnTo>
                <a:close/>
              </a:path>
              <a:path w="149326" h="172212">
                <a:moveTo>
                  <a:pt x="56188" y="0"/>
                </a:moveTo>
                <a:lnTo>
                  <a:pt x="45504" y="0"/>
                </a:lnTo>
                <a:lnTo>
                  <a:pt x="40525" y="762"/>
                </a:lnTo>
                <a:lnTo>
                  <a:pt x="35547" y="2159"/>
                </a:lnTo>
                <a:lnTo>
                  <a:pt x="31296" y="4318"/>
                </a:lnTo>
                <a:lnTo>
                  <a:pt x="26318" y="6350"/>
                </a:lnTo>
                <a:lnTo>
                  <a:pt x="2153" y="36830"/>
                </a:lnTo>
                <a:lnTo>
                  <a:pt x="0" y="47498"/>
                </a:lnTo>
                <a:lnTo>
                  <a:pt x="0" y="58165"/>
                </a:lnTo>
                <a:lnTo>
                  <a:pt x="727" y="63119"/>
                </a:lnTo>
                <a:lnTo>
                  <a:pt x="2153" y="68072"/>
                </a:lnTo>
                <a:lnTo>
                  <a:pt x="4279" y="72262"/>
                </a:lnTo>
                <a:lnTo>
                  <a:pt x="6404" y="77215"/>
                </a:lnTo>
                <a:lnTo>
                  <a:pt x="9258" y="80772"/>
                </a:lnTo>
                <a:lnTo>
                  <a:pt x="12081" y="85089"/>
                </a:lnTo>
                <a:lnTo>
                  <a:pt x="15662" y="88519"/>
                </a:lnTo>
                <a:lnTo>
                  <a:pt x="49783" y="103505"/>
                </a:lnTo>
                <a:lnTo>
                  <a:pt x="57616" y="103505"/>
                </a:lnTo>
                <a:lnTo>
                  <a:pt x="64719" y="101981"/>
                </a:lnTo>
                <a:lnTo>
                  <a:pt x="71822" y="99949"/>
                </a:lnTo>
                <a:lnTo>
                  <a:pt x="106254" y="99949"/>
                </a:lnTo>
                <a:lnTo>
                  <a:pt x="93167" y="82931"/>
                </a:lnTo>
                <a:lnTo>
                  <a:pt x="96710" y="77977"/>
                </a:lnTo>
                <a:lnTo>
                  <a:pt x="99542" y="73025"/>
                </a:lnTo>
                <a:lnTo>
                  <a:pt x="101688" y="67310"/>
                </a:lnTo>
                <a:lnTo>
                  <a:pt x="103124" y="60960"/>
                </a:lnTo>
                <a:lnTo>
                  <a:pt x="103822" y="56007"/>
                </a:lnTo>
                <a:lnTo>
                  <a:pt x="103822" y="45338"/>
                </a:lnTo>
                <a:lnTo>
                  <a:pt x="84632" y="11302"/>
                </a:lnTo>
                <a:lnTo>
                  <a:pt x="61167" y="762"/>
                </a:lnTo>
                <a:lnTo>
                  <a:pt x="5618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0" name="object 20"/>
          <p:cNvSpPr/>
          <p:nvPr/>
        </p:nvSpPr>
        <p:spPr>
          <a:xfrm>
            <a:off x="0" y="2637283"/>
            <a:ext cx="158496" cy="126491"/>
          </a:xfrm>
          <a:custGeom>
            <a:avLst/>
            <a:gdLst/>
            <a:ahLst/>
            <a:cxnLst/>
            <a:rect l="l" t="t" r="r" b="b"/>
            <a:pathLst>
              <a:path w="158496" h="126491">
                <a:moveTo>
                  <a:pt x="3491" y="22605"/>
                </a:moveTo>
                <a:lnTo>
                  <a:pt x="0" y="23142"/>
                </a:lnTo>
                <a:lnTo>
                  <a:pt x="0" y="126491"/>
                </a:lnTo>
                <a:lnTo>
                  <a:pt x="4911" y="126491"/>
                </a:lnTo>
                <a:lnTo>
                  <a:pt x="9866" y="125729"/>
                </a:lnTo>
                <a:lnTo>
                  <a:pt x="19777" y="122935"/>
                </a:lnTo>
                <a:lnTo>
                  <a:pt x="24037" y="121538"/>
                </a:lnTo>
                <a:lnTo>
                  <a:pt x="28267" y="118744"/>
                </a:lnTo>
                <a:lnTo>
                  <a:pt x="32527" y="115823"/>
                </a:lnTo>
                <a:lnTo>
                  <a:pt x="36758" y="113029"/>
                </a:lnTo>
                <a:lnTo>
                  <a:pt x="53740" y="76326"/>
                </a:lnTo>
                <a:lnTo>
                  <a:pt x="53044" y="67817"/>
                </a:lnTo>
                <a:lnTo>
                  <a:pt x="113391" y="43179"/>
                </a:lnTo>
                <a:lnTo>
                  <a:pt x="43134" y="43179"/>
                </a:lnTo>
                <a:lnTo>
                  <a:pt x="32527" y="32512"/>
                </a:lnTo>
                <a:lnTo>
                  <a:pt x="27572" y="29717"/>
                </a:lnTo>
                <a:lnTo>
                  <a:pt x="23312" y="27558"/>
                </a:lnTo>
                <a:lnTo>
                  <a:pt x="18357" y="25400"/>
                </a:lnTo>
                <a:lnTo>
                  <a:pt x="13402" y="24002"/>
                </a:lnTo>
                <a:lnTo>
                  <a:pt x="8446" y="23367"/>
                </a:lnTo>
                <a:lnTo>
                  <a:pt x="3491" y="22605"/>
                </a:lnTo>
                <a:close/>
              </a:path>
              <a:path w="158496" h="126491">
                <a:moveTo>
                  <a:pt x="147891" y="0"/>
                </a:moveTo>
                <a:lnTo>
                  <a:pt x="43134" y="43179"/>
                </a:lnTo>
                <a:lnTo>
                  <a:pt x="113391" y="43179"/>
                </a:lnTo>
                <a:lnTo>
                  <a:pt x="158496" y="24764"/>
                </a:lnTo>
                <a:lnTo>
                  <a:pt x="152120" y="12700"/>
                </a:lnTo>
                <a:lnTo>
                  <a:pt x="147891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1" name="object 21"/>
          <p:cNvSpPr/>
          <p:nvPr/>
        </p:nvSpPr>
        <p:spPr>
          <a:xfrm>
            <a:off x="204241" y="2724151"/>
            <a:ext cx="103606" cy="185927"/>
          </a:xfrm>
          <a:custGeom>
            <a:avLst/>
            <a:gdLst/>
            <a:ahLst/>
            <a:cxnLst/>
            <a:rect l="l" t="t" r="r" b="b"/>
            <a:pathLst>
              <a:path w="103606" h="185927">
                <a:moveTo>
                  <a:pt x="43294" y="0"/>
                </a:moveTo>
                <a:lnTo>
                  <a:pt x="40449" y="83057"/>
                </a:lnTo>
                <a:lnTo>
                  <a:pt x="34785" y="84455"/>
                </a:lnTo>
                <a:lnTo>
                  <a:pt x="29082" y="87249"/>
                </a:lnTo>
                <a:lnTo>
                  <a:pt x="23418" y="90169"/>
                </a:lnTo>
                <a:lnTo>
                  <a:pt x="18453" y="93725"/>
                </a:lnTo>
                <a:lnTo>
                  <a:pt x="14185" y="97281"/>
                </a:lnTo>
                <a:lnTo>
                  <a:pt x="11366" y="101473"/>
                </a:lnTo>
                <a:lnTo>
                  <a:pt x="7785" y="105791"/>
                </a:lnTo>
                <a:lnTo>
                  <a:pt x="0" y="139064"/>
                </a:lnTo>
                <a:lnTo>
                  <a:pt x="698" y="144018"/>
                </a:lnTo>
                <a:lnTo>
                  <a:pt x="12064" y="166750"/>
                </a:lnTo>
                <a:lnTo>
                  <a:pt x="15608" y="171069"/>
                </a:lnTo>
                <a:lnTo>
                  <a:pt x="19151" y="174625"/>
                </a:lnTo>
                <a:lnTo>
                  <a:pt x="23418" y="177419"/>
                </a:lnTo>
                <a:lnTo>
                  <a:pt x="27660" y="179577"/>
                </a:lnTo>
                <a:lnTo>
                  <a:pt x="32626" y="181610"/>
                </a:lnTo>
                <a:lnTo>
                  <a:pt x="36906" y="183769"/>
                </a:lnTo>
                <a:lnTo>
                  <a:pt x="46837" y="185293"/>
                </a:lnTo>
                <a:lnTo>
                  <a:pt x="51803" y="185927"/>
                </a:lnTo>
                <a:lnTo>
                  <a:pt x="56768" y="185293"/>
                </a:lnTo>
                <a:lnTo>
                  <a:pt x="92252" y="166116"/>
                </a:lnTo>
                <a:lnTo>
                  <a:pt x="95059" y="161798"/>
                </a:lnTo>
                <a:lnTo>
                  <a:pt x="97917" y="157480"/>
                </a:lnTo>
                <a:lnTo>
                  <a:pt x="100037" y="153288"/>
                </a:lnTo>
                <a:lnTo>
                  <a:pt x="102882" y="143382"/>
                </a:lnTo>
                <a:lnTo>
                  <a:pt x="103513" y="139064"/>
                </a:lnTo>
                <a:lnTo>
                  <a:pt x="103606" y="128397"/>
                </a:lnTo>
                <a:lnTo>
                  <a:pt x="102882" y="123443"/>
                </a:lnTo>
                <a:lnTo>
                  <a:pt x="80187" y="90169"/>
                </a:lnTo>
                <a:lnTo>
                  <a:pt x="67411" y="84455"/>
                </a:lnTo>
                <a:lnTo>
                  <a:pt x="70234" y="1397"/>
                </a:lnTo>
                <a:lnTo>
                  <a:pt x="61747" y="1397"/>
                </a:lnTo>
                <a:lnTo>
                  <a:pt x="52501" y="762"/>
                </a:lnTo>
                <a:lnTo>
                  <a:pt x="43294" y="0"/>
                </a:lnTo>
                <a:close/>
              </a:path>
              <a:path w="103606" h="185927">
                <a:moveTo>
                  <a:pt x="70256" y="762"/>
                </a:moveTo>
                <a:lnTo>
                  <a:pt x="61747" y="1397"/>
                </a:lnTo>
                <a:lnTo>
                  <a:pt x="70234" y="1397"/>
                </a:lnTo>
                <a:lnTo>
                  <a:pt x="70256" y="762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2" name="object 22"/>
          <p:cNvSpPr/>
          <p:nvPr/>
        </p:nvSpPr>
        <p:spPr>
          <a:xfrm>
            <a:off x="387122" y="2582417"/>
            <a:ext cx="187401" cy="103632"/>
          </a:xfrm>
          <a:custGeom>
            <a:avLst/>
            <a:gdLst/>
            <a:ahLst/>
            <a:cxnLst/>
            <a:rect l="l" t="t" r="r" b="b"/>
            <a:pathLst>
              <a:path w="187401" h="103632">
                <a:moveTo>
                  <a:pt x="2844" y="21844"/>
                </a:moveTo>
                <a:lnTo>
                  <a:pt x="2120" y="35179"/>
                </a:lnTo>
                <a:lnTo>
                  <a:pt x="0" y="47879"/>
                </a:lnTo>
                <a:lnTo>
                  <a:pt x="84150" y="58547"/>
                </a:lnTo>
                <a:lnTo>
                  <a:pt x="84874" y="64135"/>
                </a:lnTo>
                <a:lnTo>
                  <a:pt x="86982" y="69723"/>
                </a:lnTo>
                <a:lnTo>
                  <a:pt x="89090" y="74041"/>
                </a:lnTo>
                <a:lnTo>
                  <a:pt x="91236" y="78994"/>
                </a:lnTo>
                <a:lnTo>
                  <a:pt x="94043" y="83185"/>
                </a:lnTo>
                <a:lnTo>
                  <a:pt x="97586" y="86741"/>
                </a:lnTo>
                <a:lnTo>
                  <a:pt x="101117" y="90170"/>
                </a:lnTo>
                <a:lnTo>
                  <a:pt x="104673" y="93726"/>
                </a:lnTo>
                <a:lnTo>
                  <a:pt x="128015" y="102870"/>
                </a:lnTo>
                <a:lnTo>
                  <a:pt x="132930" y="103632"/>
                </a:lnTo>
                <a:lnTo>
                  <a:pt x="137883" y="103632"/>
                </a:lnTo>
                <a:lnTo>
                  <a:pt x="142836" y="102870"/>
                </a:lnTo>
                <a:lnTo>
                  <a:pt x="147789" y="102235"/>
                </a:lnTo>
                <a:lnTo>
                  <a:pt x="152742" y="100076"/>
                </a:lnTo>
                <a:lnTo>
                  <a:pt x="157695" y="98679"/>
                </a:lnTo>
                <a:lnTo>
                  <a:pt x="162636" y="95885"/>
                </a:lnTo>
                <a:lnTo>
                  <a:pt x="166903" y="93091"/>
                </a:lnTo>
                <a:lnTo>
                  <a:pt x="177495" y="82423"/>
                </a:lnTo>
                <a:lnTo>
                  <a:pt x="179603" y="78232"/>
                </a:lnTo>
                <a:lnTo>
                  <a:pt x="182448" y="74041"/>
                </a:lnTo>
                <a:lnTo>
                  <a:pt x="185280" y="64135"/>
                </a:lnTo>
                <a:lnTo>
                  <a:pt x="186702" y="59944"/>
                </a:lnTo>
                <a:lnTo>
                  <a:pt x="187401" y="54229"/>
                </a:lnTo>
                <a:lnTo>
                  <a:pt x="187401" y="49403"/>
                </a:lnTo>
                <a:lnTo>
                  <a:pt x="185978" y="39497"/>
                </a:lnTo>
                <a:lnTo>
                  <a:pt x="182942" y="32385"/>
                </a:lnTo>
                <a:lnTo>
                  <a:pt x="87680" y="32385"/>
                </a:lnTo>
                <a:lnTo>
                  <a:pt x="2844" y="21844"/>
                </a:lnTo>
                <a:close/>
              </a:path>
              <a:path w="187401" h="103632">
                <a:moveTo>
                  <a:pt x="132930" y="0"/>
                </a:moveTo>
                <a:lnTo>
                  <a:pt x="95465" y="19050"/>
                </a:lnTo>
                <a:lnTo>
                  <a:pt x="87680" y="32385"/>
                </a:lnTo>
                <a:lnTo>
                  <a:pt x="182942" y="32385"/>
                </a:lnTo>
                <a:lnTo>
                  <a:pt x="161950" y="7747"/>
                </a:lnTo>
                <a:lnTo>
                  <a:pt x="157695" y="4953"/>
                </a:lnTo>
                <a:lnTo>
                  <a:pt x="142836" y="762"/>
                </a:lnTo>
                <a:lnTo>
                  <a:pt x="137883" y="762"/>
                </a:lnTo>
                <a:lnTo>
                  <a:pt x="13293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3" name="object 23"/>
          <p:cNvSpPr/>
          <p:nvPr/>
        </p:nvSpPr>
        <p:spPr>
          <a:xfrm>
            <a:off x="156971" y="2490977"/>
            <a:ext cx="219430" cy="220980"/>
          </a:xfrm>
          <a:custGeom>
            <a:avLst/>
            <a:gdLst/>
            <a:ahLst/>
            <a:cxnLst/>
            <a:rect l="l" t="t" r="r" b="b"/>
            <a:pathLst>
              <a:path w="219430" h="220980">
                <a:moveTo>
                  <a:pt x="109728" y="0"/>
                </a:moveTo>
                <a:lnTo>
                  <a:pt x="67233" y="8509"/>
                </a:lnTo>
                <a:lnTo>
                  <a:pt x="32550" y="32638"/>
                </a:lnTo>
                <a:lnTo>
                  <a:pt x="8496" y="67563"/>
                </a:lnTo>
                <a:lnTo>
                  <a:pt x="0" y="110109"/>
                </a:lnTo>
                <a:lnTo>
                  <a:pt x="698" y="121538"/>
                </a:lnTo>
                <a:lnTo>
                  <a:pt x="13449" y="162687"/>
                </a:lnTo>
                <a:lnTo>
                  <a:pt x="40347" y="195325"/>
                </a:lnTo>
                <a:lnTo>
                  <a:pt x="67233" y="211709"/>
                </a:lnTo>
                <a:lnTo>
                  <a:pt x="77152" y="216026"/>
                </a:lnTo>
                <a:lnTo>
                  <a:pt x="87757" y="218186"/>
                </a:lnTo>
                <a:lnTo>
                  <a:pt x="98399" y="220218"/>
                </a:lnTo>
                <a:lnTo>
                  <a:pt x="109728" y="220980"/>
                </a:lnTo>
                <a:lnTo>
                  <a:pt x="121031" y="220218"/>
                </a:lnTo>
                <a:lnTo>
                  <a:pt x="162102" y="207518"/>
                </a:lnTo>
                <a:lnTo>
                  <a:pt x="194652" y="180467"/>
                </a:lnTo>
                <a:lnTo>
                  <a:pt x="215201" y="143510"/>
                </a:lnTo>
                <a:lnTo>
                  <a:pt x="219430" y="121538"/>
                </a:lnTo>
                <a:lnTo>
                  <a:pt x="219430" y="99441"/>
                </a:lnTo>
                <a:lnTo>
                  <a:pt x="217309" y="88137"/>
                </a:lnTo>
                <a:lnTo>
                  <a:pt x="215201" y="77470"/>
                </a:lnTo>
                <a:lnTo>
                  <a:pt x="210934" y="67563"/>
                </a:lnTo>
                <a:lnTo>
                  <a:pt x="206705" y="57531"/>
                </a:lnTo>
                <a:lnTo>
                  <a:pt x="179781" y="25654"/>
                </a:lnTo>
                <a:lnTo>
                  <a:pt x="142278" y="4952"/>
                </a:lnTo>
                <a:lnTo>
                  <a:pt x="121031" y="762"/>
                </a:lnTo>
                <a:lnTo>
                  <a:pt x="10972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4" name="object 24"/>
          <p:cNvSpPr txBox="1"/>
          <p:nvPr/>
        </p:nvSpPr>
        <p:spPr>
          <a:xfrm>
            <a:off x="2677610" y="1887102"/>
            <a:ext cx="4702702" cy="5842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3600" b="1" dirty="0">
                <a:solidFill>
                  <a:srgbClr val="002060"/>
                </a:solidFill>
                <a:latin typeface="Calibri"/>
                <a:cs typeface="Calibri"/>
              </a:rPr>
              <a:t>Actividad individual</a:t>
            </a:r>
            <a:endParaRPr sz="36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26" name="object 25">
            <a:extLst>
              <a:ext uri="{FF2B5EF4-FFF2-40B4-BE49-F238E27FC236}">
                <a16:creationId xmlns:a16="http://schemas.microsoft.com/office/drawing/2014/main" id="{0663B11B-215D-46AB-A19C-E39A65374766}"/>
              </a:ext>
            </a:extLst>
          </p:cNvPr>
          <p:cNvSpPr txBox="1"/>
          <p:nvPr/>
        </p:nvSpPr>
        <p:spPr>
          <a:xfrm>
            <a:off x="2649600" y="2880987"/>
            <a:ext cx="5882840" cy="150571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spcAft>
                <a:spcPts val="1200"/>
              </a:spcAft>
            </a:pPr>
            <a:r>
              <a:rPr lang="es-MX" sz="2400" spc="-2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Definir la función </a:t>
            </a:r>
            <a:r>
              <a:rPr lang="es-MX" sz="2400" b="1" spc="-20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imprime2_10</a:t>
            </a:r>
            <a:r>
              <a:rPr lang="es-MX" sz="2400" spc="-2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que:</a:t>
            </a:r>
          </a:p>
          <a:p>
            <a:pPr marL="355600" indent="-342900" algn="just"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s-MX" sz="2400" spc="-2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Despliegue</a:t>
            </a:r>
            <a:r>
              <a:rPr lang="es-ES" sz="2400" spc="-2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en pantalla los números del </a:t>
            </a:r>
            <a:r>
              <a:rPr lang="es-ES" sz="2400" b="1" spc="-2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2 al 10 </a:t>
            </a:r>
            <a:r>
              <a:rPr lang="es-ES" sz="2400" spc="-2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con incrementos de dos en dos.</a:t>
            </a:r>
            <a:endParaRPr lang="es-ES" sz="2400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  <a:p>
            <a:pPr marL="12700">
              <a:spcAft>
                <a:spcPts val="600"/>
              </a:spcAft>
            </a:pPr>
            <a:endParaRPr sz="2400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</p:txBody>
      </p:sp>
      <p:sp>
        <p:nvSpPr>
          <p:cNvPr id="28" name="object 26">
            <a:extLst>
              <a:ext uri="{FF2B5EF4-FFF2-40B4-BE49-F238E27FC236}">
                <a16:creationId xmlns:a16="http://schemas.microsoft.com/office/drawing/2014/main" id="{2A77E13A-98FD-4F73-9CAC-B813657E1B4A}"/>
              </a:ext>
            </a:extLst>
          </p:cNvPr>
          <p:cNvSpPr txBox="1"/>
          <p:nvPr/>
        </p:nvSpPr>
        <p:spPr>
          <a:xfrm>
            <a:off x="1275715" y="3021076"/>
            <a:ext cx="334645" cy="7747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4800" b="1" spc="-25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4800" dirty="0">
              <a:latin typeface="Calibri"/>
              <a:cs typeface="Calibri"/>
            </a:endParaRPr>
          </a:p>
        </p:txBody>
      </p:sp>
      <p:pic>
        <p:nvPicPr>
          <p:cNvPr id="29" name="Imagen 28" descr="Imagen que contiene dibujo, luz&#10;&#10;Descripción generada automáticamente">
            <a:extLst>
              <a:ext uri="{FF2B5EF4-FFF2-40B4-BE49-F238E27FC236}">
                <a16:creationId xmlns:a16="http://schemas.microsoft.com/office/drawing/2014/main" id="{2EA30597-CECB-4632-8D95-0DE7148D6F3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2080" y="4322826"/>
            <a:ext cx="3240360" cy="1887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2248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952500" y="620689"/>
            <a:ext cx="7239000" cy="754746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s-ES_tradnl" sz="49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Estructura del </a:t>
            </a:r>
            <a:r>
              <a:rPr lang="es-ES_tradnl" sz="49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for</a:t>
            </a:r>
            <a:b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</a:br>
            <a:r>
              <a:rPr lang="es-ES_tradnl" sz="4000" b="1" dirty="0" err="1">
                <a:solidFill>
                  <a:srgbClr val="FF0000"/>
                </a:solidFill>
              </a:rPr>
              <a:t>for</a:t>
            </a:r>
            <a:r>
              <a:rPr lang="es-ES_tradnl" sz="4000" b="1" dirty="0">
                <a:solidFill>
                  <a:srgbClr val="FF0000"/>
                </a:solidFill>
              </a:rPr>
              <a:t> </a:t>
            </a:r>
            <a:r>
              <a:rPr lang="es-ES" sz="4000" b="1" dirty="0">
                <a:solidFill>
                  <a:srgbClr val="FF0000"/>
                </a:solidFill>
              </a:rPr>
              <a:t>(</a:t>
            </a:r>
            <a:r>
              <a:rPr lang="es-ES" sz="4000" b="1" dirty="0" err="1">
                <a:solidFill>
                  <a:srgbClr val="FF0000"/>
                </a:solidFill>
              </a:rPr>
              <a:t>max_value</a:t>
            </a:r>
            <a:r>
              <a:rPr lang="es-ES" sz="4000" b="1" dirty="0">
                <a:solidFill>
                  <a:srgbClr val="FF0000"/>
                </a:solidFill>
              </a:rPr>
              <a:t>, </a:t>
            </a:r>
            <a:r>
              <a:rPr lang="es-ES" sz="4000" b="1" dirty="0" err="1">
                <a:solidFill>
                  <a:srgbClr val="FF0000"/>
                </a:solidFill>
              </a:rPr>
              <a:t>min_value</a:t>
            </a:r>
            <a:r>
              <a:rPr lang="es-ES" sz="4000" b="1" dirty="0">
                <a:solidFill>
                  <a:srgbClr val="FF0000"/>
                </a:solidFill>
              </a:rPr>
              <a:t>, -</a:t>
            </a:r>
            <a:r>
              <a:rPr lang="es-ES" sz="4000" b="1" dirty="0" err="1">
                <a:solidFill>
                  <a:srgbClr val="FF0000"/>
                </a:solidFill>
              </a:rPr>
              <a:t>num</a:t>
            </a:r>
            <a:r>
              <a:rPr lang="es-ES" sz="4000" b="1" dirty="0">
                <a:solidFill>
                  <a:srgbClr val="FF0000"/>
                </a:solidFill>
              </a:rPr>
              <a:t>)</a:t>
            </a:r>
            <a:br>
              <a:rPr lang="es-ES_tradnl" sz="4000" b="1" dirty="0">
                <a:solidFill>
                  <a:schemeClr val="accent6">
                    <a:lumMod val="75000"/>
                  </a:schemeClr>
                </a:solidFill>
              </a:rPr>
            </a:br>
            <a:endParaRPr lang="es-ES_tradnl" sz="40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552" y="1669906"/>
            <a:ext cx="8226914" cy="2917662"/>
          </a:xfrm>
        </p:spPr>
        <p:txBody>
          <a:bodyPr>
            <a:noAutofit/>
          </a:bodyPr>
          <a:lstStyle/>
          <a:p>
            <a:pPr algn="just">
              <a:lnSpc>
                <a:spcPct val="170000"/>
              </a:lnSpc>
              <a:spcBef>
                <a:spcPts val="0"/>
              </a:spcBef>
              <a:spcAft>
                <a:spcPts val="1200"/>
              </a:spcAft>
            </a:pPr>
            <a:r>
              <a:rPr lang="es-ES" sz="2200" dirty="0">
                <a:solidFill>
                  <a:schemeClr val="bg2">
                    <a:lumMod val="25000"/>
                  </a:schemeClr>
                </a:solidFill>
              </a:rPr>
              <a:t>Se puede utilizar el ciclo </a:t>
            </a:r>
            <a:r>
              <a:rPr lang="es-ES" sz="2200" b="1" dirty="0" err="1">
                <a:solidFill>
                  <a:schemeClr val="accent6">
                    <a:lumMod val="75000"/>
                  </a:schemeClr>
                </a:solidFill>
              </a:rPr>
              <a:t>for</a:t>
            </a:r>
            <a:r>
              <a:rPr lang="es-ES" sz="2200" dirty="0">
                <a:solidFill>
                  <a:schemeClr val="bg2">
                    <a:lumMod val="25000"/>
                  </a:schemeClr>
                </a:solidFill>
              </a:rPr>
              <a:t> para </a:t>
            </a:r>
            <a:r>
              <a:rPr lang="es-ES" sz="2200" u="sng" dirty="0">
                <a:solidFill>
                  <a:schemeClr val="bg2">
                    <a:lumMod val="25000"/>
                  </a:schemeClr>
                </a:solidFill>
              </a:rPr>
              <a:t>decrementar</a:t>
            </a:r>
            <a:r>
              <a:rPr lang="es-ES" sz="2200" dirty="0">
                <a:solidFill>
                  <a:schemeClr val="bg2">
                    <a:lumMod val="25000"/>
                  </a:schemeClr>
                </a:solidFill>
              </a:rPr>
              <a:t> en cierto </a:t>
            </a:r>
            <a:r>
              <a:rPr lang="es-ES" sz="2200" b="1" dirty="0">
                <a:solidFill>
                  <a:schemeClr val="accent6">
                    <a:lumMod val="75000"/>
                  </a:schemeClr>
                </a:solidFill>
              </a:rPr>
              <a:t>número</a:t>
            </a:r>
            <a:r>
              <a:rPr lang="es-ES" sz="2200" dirty="0">
                <a:solidFill>
                  <a:schemeClr val="bg2">
                    <a:lumMod val="25000"/>
                  </a:schemeClr>
                </a:solidFill>
              </a:rPr>
              <a:t> el valor de una variable entera. </a:t>
            </a:r>
          </a:p>
          <a:p>
            <a:pPr algn="just">
              <a:lnSpc>
                <a:spcPct val="170000"/>
              </a:lnSpc>
              <a:spcBef>
                <a:spcPts val="0"/>
              </a:spcBef>
              <a:spcAft>
                <a:spcPts val="1200"/>
              </a:spcAft>
            </a:pPr>
            <a:r>
              <a:rPr lang="es-ES" sz="2200" dirty="0">
                <a:solidFill>
                  <a:schemeClr val="bg2">
                    <a:lumMod val="25000"/>
                  </a:schemeClr>
                </a:solidFill>
              </a:rPr>
              <a:t>El </a:t>
            </a:r>
            <a:r>
              <a:rPr lang="es-ES" sz="2200" b="1" dirty="0" err="1">
                <a:solidFill>
                  <a:schemeClr val="accent6">
                    <a:lumMod val="75000"/>
                  </a:schemeClr>
                </a:solidFill>
              </a:rPr>
              <a:t>range</a:t>
            </a:r>
            <a:r>
              <a:rPr lang="es-ES" sz="2200" b="1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es-ES" sz="2200" b="1" dirty="0" err="1">
                <a:solidFill>
                  <a:schemeClr val="accent6">
                    <a:lumMod val="75000"/>
                  </a:schemeClr>
                </a:solidFill>
              </a:rPr>
              <a:t>max_value</a:t>
            </a:r>
            <a:r>
              <a:rPr lang="es-ES" sz="2200" b="1" dirty="0">
                <a:solidFill>
                  <a:schemeClr val="accent6">
                    <a:lumMod val="75000"/>
                  </a:schemeClr>
                </a:solidFill>
              </a:rPr>
              <a:t>, </a:t>
            </a:r>
            <a:r>
              <a:rPr lang="es-ES" sz="2200" b="1" dirty="0" err="1">
                <a:solidFill>
                  <a:schemeClr val="accent6">
                    <a:lumMod val="75000"/>
                  </a:schemeClr>
                </a:solidFill>
              </a:rPr>
              <a:t>min_value</a:t>
            </a:r>
            <a:r>
              <a:rPr lang="es-ES" sz="2200" b="1" dirty="0">
                <a:solidFill>
                  <a:schemeClr val="accent6">
                    <a:lumMod val="75000"/>
                  </a:schemeClr>
                </a:solidFill>
              </a:rPr>
              <a:t>, -</a:t>
            </a:r>
            <a:r>
              <a:rPr lang="es-ES" sz="2200" b="1" dirty="0" err="1">
                <a:solidFill>
                  <a:schemeClr val="accent6">
                    <a:lumMod val="75000"/>
                  </a:schemeClr>
                </a:solidFill>
              </a:rPr>
              <a:t>num</a:t>
            </a:r>
            <a:r>
              <a:rPr lang="es-ES" sz="2200" b="1" dirty="0">
                <a:solidFill>
                  <a:schemeClr val="accent6">
                    <a:lumMod val="75000"/>
                  </a:schemeClr>
                </a:solidFill>
              </a:rPr>
              <a:t>) </a:t>
            </a:r>
            <a:r>
              <a:rPr lang="es-ES" sz="2200" dirty="0">
                <a:solidFill>
                  <a:schemeClr val="bg2">
                    <a:lumMod val="25000"/>
                  </a:schemeClr>
                </a:solidFill>
              </a:rPr>
              <a:t>genera una secuencia con números </a:t>
            </a:r>
            <a:r>
              <a:rPr lang="es-ES" sz="2200" b="1" dirty="0" err="1">
                <a:solidFill>
                  <a:srgbClr val="0070C0"/>
                </a:solidFill>
              </a:rPr>
              <a:t>max_value</a:t>
            </a:r>
            <a:r>
              <a:rPr lang="es-ES" sz="2200" b="1" dirty="0">
                <a:solidFill>
                  <a:srgbClr val="0070C0"/>
                </a:solidFill>
              </a:rPr>
              <a:t> , </a:t>
            </a:r>
            <a:r>
              <a:rPr lang="es-ES" sz="2200" b="1" dirty="0" err="1">
                <a:solidFill>
                  <a:srgbClr val="0070C0"/>
                </a:solidFill>
              </a:rPr>
              <a:t>max_value</a:t>
            </a:r>
            <a:r>
              <a:rPr lang="es-ES" sz="2200" b="1" dirty="0">
                <a:solidFill>
                  <a:srgbClr val="0070C0"/>
                </a:solidFill>
              </a:rPr>
              <a:t> - </a:t>
            </a:r>
            <a:r>
              <a:rPr lang="es-ES" sz="2200" b="1" dirty="0" err="1">
                <a:solidFill>
                  <a:srgbClr val="0070C0"/>
                </a:solidFill>
              </a:rPr>
              <a:t>num</a:t>
            </a:r>
            <a:r>
              <a:rPr lang="es-ES" sz="2200" b="1" dirty="0">
                <a:solidFill>
                  <a:srgbClr val="0070C0"/>
                </a:solidFill>
              </a:rPr>
              <a:t>, ...</a:t>
            </a:r>
            <a:r>
              <a:rPr lang="es-ES" sz="2200" dirty="0">
                <a:solidFill>
                  <a:schemeClr val="bg2">
                    <a:lumMod val="25000"/>
                  </a:schemeClr>
                </a:solidFill>
              </a:rPr>
              <a:t> El ciclo siempre incluye </a:t>
            </a:r>
            <a:r>
              <a:rPr lang="es-ES" sz="2200" dirty="0" err="1">
                <a:solidFill>
                  <a:schemeClr val="bg2">
                    <a:lumMod val="25000"/>
                  </a:schemeClr>
                </a:solidFill>
              </a:rPr>
              <a:t>max_value</a:t>
            </a:r>
            <a:r>
              <a:rPr lang="es-ES" sz="2200" dirty="0">
                <a:solidFill>
                  <a:schemeClr val="bg2">
                    <a:lumMod val="25000"/>
                  </a:schemeClr>
                </a:solidFill>
              </a:rPr>
              <a:t> y excluye </a:t>
            </a:r>
            <a:r>
              <a:rPr lang="es-ES" sz="2200" dirty="0" err="1">
                <a:solidFill>
                  <a:schemeClr val="bg2">
                    <a:lumMod val="25000"/>
                  </a:schemeClr>
                </a:solidFill>
              </a:rPr>
              <a:t>min_value</a:t>
            </a:r>
            <a:r>
              <a:rPr lang="es-ES" sz="2200" dirty="0">
                <a:solidFill>
                  <a:schemeClr val="bg2">
                    <a:lumMod val="25000"/>
                  </a:schemeClr>
                </a:solidFill>
              </a:rPr>
              <a:t>.</a:t>
            </a:r>
            <a:endParaRPr lang="es-ES_tradnl" sz="2200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3" name="Imagen 2" descr="Imagen que contiene globo, lámpara&#10;&#10;Descripción generada automáticamente">
            <a:extLst>
              <a:ext uri="{FF2B5EF4-FFF2-40B4-BE49-F238E27FC236}">
                <a16:creationId xmlns:a16="http://schemas.microsoft.com/office/drawing/2014/main" id="{C41043D5-FA3A-49D4-8CB3-6DC6B098226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0793" y="5453574"/>
            <a:ext cx="1643586" cy="1404426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8CB516CA-BFCA-45D9-B146-6CE795A4C79E}"/>
              </a:ext>
            </a:extLst>
          </p:cNvPr>
          <p:cNvSpPr/>
          <p:nvPr/>
        </p:nvSpPr>
        <p:spPr>
          <a:xfrm>
            <a:off x="899591" y="4882039"/>
            <a:ext cx="7344817" cy="1143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_tradnl" sz="2400" b="1" dirty="0" err="1">
                <a:solidFill>
                  <a:schemeClr val="accent6">
                    <a:lumMod val="75000"/>
                  </a:schemeClr>
                </a:solidFill>
              </a:rPr>
              <a:t>for</a:t>
            </a:r>
            <a:r>
              <a:rPr lang="es-ES_tradnl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s-ES_tradnl" sz="2400" b="1" dirty="0">
                <a:solidFill>
                  <a:srgbClr val="FF3300"/>
                </a:solidFill>
              </a:rPr>
              <a:t>contador </a:t>
            </a:r>
            <a:r>
              <a:rPr lang="es-ES_tradnl" sz="2400" b="1" dirty="0">
                <a:solidFill>
                  <a:srgbClr val="00B050"/>
                </a:solidFill>
              </a:rPr>
              <a:t>in </a:t>
            </a:r>
            <a:r>
              <a:rPr lang="es-ES_tradnl" sz="2400" b="1" dirty="0" err="1">
                <a:solidFill>
                  <a:srgbClr val="00B050"/>
                </a:solidFill>
              </a:rPr>
              <a:t>range</a:t>
            </a:r>
            <a:r>
              <a:rPr lang="es-ES_tradnl" sz="2400" b="1" dirty="0">
                <a:solidFill>
                  <a:srgbClr val="00B050"/>
                </a:solidFill>
              </a:rPr>
              <a:t> </a:t>
            </a:r>
            <a:r>
              <a:rPr lang="es-ES_tradnl" sz="2400" b="1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es-ES_tradnl" sz="2400" b="1" dirty="0" err="1">
                <a:solidFill>
                  <a:schemeClr val="accent6">
                    <a:lumMod val="75000"/>
                  </a:schemeClr>
                </a:solidFill>
              </a:rPr>
              <a:t>max_value</a:t>
            </a:r>
            <a:r>
              <a:rPr lang="es-ES_tradnl" sz="2400" b="1" dirty="0">
                <a:solidFill>
                  <a:schemeClr val="accent6">
                    <a:lumMod val="75000"/>
                  </a:schemeClr>
                </a:solidFill>
              </a:rPr>
              <a:t>, </a:t>
            </a:r>
            <a:r>
              <a:rPr lang="es-ES_tradnl" sz="2400" b="1" dirty="0" err="1">
                <a:solidFill>
                  <a:schemeClr val="accent6">
                    <a:lumMod val="75000"/>
                  </a:schemeClr>
                </a:solidFill>
              </a:rPr>
              <a:t>min_value</a:t>
            </a:r>
            <a:r>
              <a:rPr lang="es-ES_tradnl" sz="2400" b="1" dirty="0">
                <a:solidFill>
                  <a:schemeClr val="accent6">
                    <a:lumMod val="75000"/>
                  </a:schemeClr>
                </a:solidFill>
              </a:rPr>
              <a:t>, -</a:t>
            </a:r>
            <a:r>
              <a:rPr lang="es-ES_tradnl" sz="2400" b="1" dirty="0" err="1">
                <a:solidFill>
                  <a:schemeClr val="accent6">
                    <a:lumMod val="75000"/>
                  </a:schemeClr>
                </a:solidFill>
              </a:rPr>
              <a:t>num</a:t>
            </a:r>
            <a:r>
              <a:rPr lang="es-ES_tradnl" sz="2400" b="1" dirty="0">
                <a:solidFill>
                  <a:schemeClr val="accent6">
                    <a:lumMod val="75000"/>
                  </a:schemeClr>
                </a:solidFill>
              </a:rPr>
              <a:t>): </a:t>
            </a:r>
          </a:p>
          <a:p>
            <a:pPr>
              <a:lnSpc>
                <a:spcPct val="150000"/>
              </a:lnSpc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</a:rPr>
              <a:t>       instrucciones</a:t>
            </a:r>
            <a:endParaRPr lang="es-ES_tradnl" sz="2400" b="1" dirty="0"/>
          </a:p>
        </p:txBody>
      </p:sp>
    </p:spTree>
    <p:extLst>
      <p:ext uri="{BB962C8B-B14F-4D97-AF65-F5344CB8AC3E}">
        <p14:creationId xmlns:p14="http://schemas.microsoft.com/office/powerpoint/2010/main" val="1653940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60525"/>
            <a:ext cx="940308" cy="8961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420623" y="2533650"/>
            <a:ext cx="2065020" cy="17891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-4572" y="3987546"/>
            <a:ext cx="1778508" cy="204825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762000" y="1735074"/>
            <a:ext cx="819912" cy="710184"/>
          </a:xfrm>
          <a:custGeom>
            <a:avLst/>
            <a:gdLst/>
            <a:ahLst/>
            <a:cxnLst/>
            <a:rect l="l" t="t" r="r" b="b"/>
            <a:pathLst>
              <a:path w="819912" h="710184">
                <a:moveTo>
                  <a:pt x="0" y="355091"/>
                </a:moveTo>
                <a:lnTo>
                  <a:pt x="203657" y="710184"/>
                </a:lnTo>
                <a:lnTo>
                  <a:pt x="616204" y="710184"/>
                </a:lnTo>
                <a:lnTo>
                  <a:pt x="819912" y="355091"/>
                </a:lnTo>
                <a:lnTo>
                  <a:pt x="616204" y="0"/>
                </a:lnTo>
                <a:lnTo>
                  <a:pt x="203657" y="0"/>
                </a:lnTo>
                <a:lnTo>
                  <a:pt x="0" y="355091"/>
                </a:lnTo>
                <a:close/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996721" y="2050541"/>
            <a:ext cx="82270" cy="184404"/>
          </a:xfrm>
          <a:custGeom>
            <a:avLst/>
            <a:gdLst/>
            <a:ahLst/>
            <a:cxnLst/>
            <a:rect l="l" t="t" r="r" b="b"/>
            <a:pathLst>
              <a:path w="82270" h="184404">
                <a:moveTo>
                  <a:pt x="82270" y="0"/>
                </a:moveTo>
                <a:lnTo>
                  <a:pt x="0" y="0"/>
                </a:lnTo>
                <a:lnTo>
                  <a:pt x="0" y="184404"/>
                </a:lnTo>
                <a:lnTo>
                  <a:pt x="82270" y="184404"/>
                </a:lnTo>
                <a:lnTo>
                  <a:pt x="82270" y="50546"/>
                </a:lnTo>
                <a:lnTo>
                  <a:pt x="50571" y="50546"/>
                </a:lnTo>
                <a:lnTo>
                  <a:pt x="47510" y="50037"/>
                </a:lnTo>
                <a:lnTo>
                  <a:pt x="35750" y="35813"/>
                </a:lnTo>
                <a:lnTo>
                  <a:pt x="36283" y="32766"/>
                </a:lnTo>
                <a:lnTo>
                  <a:pt x="50571" y="20955"/>
                </a:lnTo>
                <a:lnTo>
                  <a:pt x="82270" y="20955"/>
                </a:lnTo>
                <a:lnTo>
                  <a:pt x="82270" y="0"/>
                </a:lnTo>
                <a:close/>
              </a:path>
              <a:path w="82270" h="184404">
                <a:moveTo>
                  <a:pt x="82270" y="20955"/>
                </a:moveTo>
                <a:lnTo>
                  <a:pt x="50571" y="20955"/>
                </a:lnTo>
                <a:lnTo>
                  <a:pt x="53644" y="21462"/>
                </a:lnTo>
                <a:lnTo>
                  <a:pt x="58750" y="23495"/>
                </a:lnTo>
                <a:lnTo>
                  <a:pt x="62852" y="27559"/>
                </a:lnTo>
                <a:lnTo>
                  <a:pt x="64376" y="30099"/>
                </a:lnTo>
                <a:lnTo>
                  <a:pt x="64884" y="32766"/>
                </a:lnTo>
                <a:lnTo>
                  <a:pt x="65405" y="35813"/>
                </a:lnTo>
                <a:lnTo>
                  <a:pt x="64884" y="38862"/>
                </a:lnTo>
                <a:lnTo>
                  <a:pt x="50571" y="50546"/>
                </a:lnTo>
                <a:lnTo>
                  <a:pt x="82270" y="50546"/>
                </a:lnTo>
                <a:lnTo>
                  <a:pt x="82270" y="20955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1091209" y="1928622"/>
            <a:ext cx="256006" cy="324612"/>
          </a:xfrm>
          <a:custGeom>
            <a:avLst/>
            <a:gdLst/>
            <a:ahLst/>
            <a:cxnLst/>
            <a:rect l="l" t="t" r="r" b="b"/>
            <a:pathLst>
              <a:path w="256006" h="324612">
                <a:moveTo>
                  <a:pt x="131800" y="0"/>
                </a:moveTo>
                <a:lnTo>
                  <a:pt x="103822" y="30606"/>
                </a:lnTo>
                <a:lnTo>
                  <a:pt x="99758" y="42417"/>
                </a:lnTo>
                <a:lnTo>
                  <a:pt x="80911" y="82168"/>
                </a:lnTo>
                <a:lnTo>
                  <a:pt x="76327" y="86740"/>
                </a:lnTo>
                <a:lnTo>
                  <a:pt x="69202" y="93979"/>
                </a:lnTo>
                <a:lnTo>
                  <a:pt x="52400" y="109727"/>
                </a:lnTo>
                <a:lnTo>
                  <a:pt x="30022" y="130175"/>
                </a:lnTo>
                <a:lnTo>
                  <a:pt x="0" y="130175"/>
                </a:lnTo>
                <a:lnTo>
                  <a:pt x="0" y="280669"/>
                </a:lnTo>
                <a:lnTo>
                  <a:pt x="31546" y="280669"/>
                </a:lnTo>
                <a:lnTo>
                  <a:pt x="41732" y="285876"/>
                </a:lnTo>
                <a:lnTo>
                  <a:pt x="55968" y="291973"/>
                </a:lnTo>
                <a:lnTo>
                  <a:pt x="94665" y="306704"/>
                </a:lnTo>
                <a:lnTo>
                  <a:pt x="138925" y="319024"/>
                </a:lnTo>
                <a:lnTo>
                  <a:pt x="149618" y="321563"/>
                </a:lnTo>
                <a:lnTo>
                  <a:pt x="160312" y="323088"/>
                </a:lnTo>
                <a:lnTo>
                  <a:pt x="169976" y="324103"/>
                </a:lnTo>
                <a:lnTo>
                  <a:pt x="179679" y="324612"/>
                </a:lnTo>
                <a:lnTo>
                  <a:pt x="195935" y="324612"/>
                </a:lnTo>
                <a:lnTo>
                  <a:pt x="232638" y="310768"/>
                </a:lnTo>
                <a:lnTo>
                  <a:pt x="234162" y="296037"/>
                </a:lnTo>
                <a:lnTo>
                  <a:pt x="233654" y="292480"/>
                </a:lnTo>
                <a:lnTo>
                  <a:pt x="232638" y="289432"/>
                </a:lnTo>
                <a:lnTo>
                  <a:pt x="230479" y="286385"/>
                </a:lnTo>
                <a:lnTo>
                  <a:pt x="227558" y="283717"/>
                </a:lnTo>
                <a:lnTo>
                  <a:pt x="230098" y="283337"/>
                </a:lnTo>
                <a:lnTo>
                  <a:pt x="232638" y="282193"/>
                </a:lnTo>
                <a:lnTo>
                  <a:pt x="235178" y="281177"/>
                </a:lnTo>
                <a:lnTo>
                  <a:pt x="237210" y="279145"/>
                </a:lnTo>
                <a:lnTo>
                  <a:pt x="243306" y="250570"/>
                </a:lnTo>
                <a:lnTo>
                  <a:pt x="243306" y="245999"/>
                </a:lnTo>
                <a:lnTo>
                  <a:pt x="242798" y="243458"/>
                </a:lnTo>
                <a:lnTo>
                  <a:pt x="241782" y="241426"/>
                </a:lnTo>
                <a:lnTo>
                  <a:pt x="239242" y="237870"/>
                </a:lnTo>
                <a:lnTo>
                  <a:pt x="236194" y="234823"/>
                </a:lnTo>
                <a:lnTo>
                  <a:pt x="238734" y="234314"/>
                </a:lnTo>
                <a:lnTo>
                  <a:pt x="250418" y="202056"/>
                </a:lnTo>
                <a:lnTo>
                  <a:pt x="250418" y="196976"/>
                </a:lnTo>
                <a:lnTo>
                  <a:pt x="249910" y="194437"/>
                </a:lnTo>
                <a:lnTo>
                  <a:pt x="247878" y="190373"/>
                </a:lnTo>
                <a:lnTo>
                  <a:pt x="244830" y="187325"/>
                </a:lnTo>
                <a:lnTo>
                  <a:pt x="242798" y="185800"/>
                </a:lnTo>
                <a:lnTo>
                  <a:pt x="244830" y="185292"/>
                </a:lnTo>
                <a:lnTo>
                  <a:pt x="256006" y="153162"/>
                </a:lnTo>
                <a:lnTo>
                  <a:pt x="254990" y="147954"/>
                </a:lnTo>
                <a:lnTo>
                  <a:pt x="220319" y="130175"/>
                </a:lnTo>
                <a:lnTo>
                  <a:pt x="131800" y="123062"/>
                </a:lnTo>
                <a:lnTo>
                  <a:pt x="135369" y="116839"/>
                </a:lnTo>
                <a:lnTo>
                  <a:pt x="147574" y="77088"/>
                </a:lnTo>
                <a:lnTo>
                  <a:pt x="152158" y="32130"/>
                </a:lnTo>
                <a:lnTo>
                  <a:pt x="152158" y="16890"/>
                </a:lnTo>
                <a:lnTo>
                  <a:pt x="135890" y="507"/>
                </a:lnTo>
                <a:lnTo>
                  <a:pt x="13180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373380" y="1752612"/>
            <a:ext cx="111251" cy="0"/>
          </a:xfrm>
          <a:custGeom>
            <a:avLst/>
            <a:gdLst/>
            <a:ahLst/>
            <a:cxnLst/>
            <a:rect l="l" t="t" r="r" b="b"/>
            <a:pathLst>
              <a:path w="111251">
                <a:moveTo>
                  <a:pt x="0" y="0"/>
                </a:moveTo>
                <a:lnTo>
                  <a:pt x="111251" y="0"/>
                </a:lnTo>
              </a:path>
            </a:pathLst>
          </a:custGeom>
          <a:ln w="57633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379475" y="1774698"/>
            <a:ext cx="99060" cy="28955"/>
          </a:xfrm>
          <a:custGeom>
            <a:avLst/>
            <a:gdLst/>
            <a:ahLst/>
            <a:cxnLst/>
            <a:rect l="l" t="t" r="r" b="b"/>
            <a:pathLst>
              <a:path w="99059" h="28955">
                <a:moveTo>
                  <a:pt x="0" y="0"/>
                </a:moveTo>
                <a:lnTo>
                  <a:pt x="0" y="4190"/>
                </a:lnTo>
                <a:lnTo>
                  <a:pt x="584" y="7747"/>
                </a:lnTo>
                <a:lnTo>
                  <a:pt x="2374" y="11302"/>
                </a:lnTo>
                <a:lnTo>
                  <a:pt x="4724" y="14224"/>
                </a:lnTo>
                <a:lnTo>
                  <a:pt x="8255" y="16001"/>
                </a:lnTo>
                <a:lnTo>
                  <a:pt x="45389" y="28321"/>
                </a:lnTo>
                <a:lnTo>
                  <a:pt x="49530" y="28955"/>
                </a:lnTo>
                <a:lnTo>
                  <a:pt x="53644" y="28321"/>
                </a:lnTo>
                <a:lnTo>
                  <a:pt x="90805" y="16001"/>
                </a:lnTo>
                <a:lnTo>
                  <a:pt x="94335" y="14224"/>
                </a:lnTo>
                <a:lnTo>
                  <a:pt x="96685" y="11302"/>
                </a:lnTo>
                <a:lnTo>
                  <a:pt x="98450" y="7747"/>
                </a:lnTo>
                <a:lnTo>
                  <a:pt x="99060" y="4190"/>
                </a:lnTo>
                <a:lnTo>
                  <a:pt x="99060" y="0"/>
                </a:lnTo>
                <a:lnTo>
                  <a:pt x="0" y="0"/>
                </a:lnTo>
                <a:close/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0" name="object 10"/>
          <p:cNvSpPr/>
          <p:nvPr/>
        </p:nvSpPr>
        <p:spPr>
          <a:xfrm>
            <a:off x="368834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161543"/>
                </a:moveTo>
                <a:lnTo>
                  <a:pt x="14477" y="68961"/>
                </a:lnTo>
                <a:lnTo>
                  <a:pt x="0" y="0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1" name="object 11"/>
          <p:cNvSpPr/>
          <p:nvPr/>
        </p:nvSpPr>
        <p:spPr>
          <a:xfrm>
            <a:off x="304800" y="1410463"/>
            <a:ext cx="248412" cy="297179"/>
          </a:xfrm>
          <a:custGeom>
            <a:avLst/>
            <a:gdLst/>
            <a:ahLst/>
            <a:cxnLst/>
            <a:rect l="l" t="t" r="r" b="b"/>
            <a:pathLst>
              <a:path w="248412" h="297179">
                <a:moveTo>
                  <a:pt x="173659" y="297179"/>
                </a:moveTo>
                <a:lnTo>
                  <a:pt x="176606" y="284225"/>
                </a:lnTo>
                <a:lnTo>
                  <a:pt x="180708" y="271907"/>
                </a:lnTo>
                <a:lnTo>
                  <a:pt x="185432" y="260096"/>
                </a:lnTo>
                <a:lnTo>
                  <a:pt x="190715" y="249427"/>
                </a:lnTo>
                <a:lnTo>
                  <a:pt x="196621" y="239522"/>
                </a:lnTo>
                <a:lnTo>
                  <a:pt x="202488" y="229488"/>
                </a:lnTo>
                <a:lnTo>
                  <a:pt x="215442" y="210692"/>
                </a:lnTo>
                <a:lnTo>
                  <a:pt x="221919" y="201295"/>
                </a:lnTo>
                <a:lnTo>
                  <a:pt x="227799" y="191897"/>
                </a:lnTo>
                <a:lnTo>
                  <a:pt x="245465" y="149478"/>
                </a:lnTo>
                <a:lnTo>
                  <a:pt x="247802" y="130683"/>
                </a:lnTo>
                <a:lnTo>
                  <a:pt x="248412" y="124205"/>
                </a:lnTo>
                <a:lnTo>
                  <a:pt x="247230" y="111251"/>
                </a:lnTo>
                <a:lnTo>
                  <a:pt x="245465" y="98933"/>
                </a:lnTo>
                <a:lnTo>
                  <a:pt x="227215" y="54737"/>
                </a:lnTo>
                <a:lnTo>
                  <a:pt x="193662" y="21209"/>
                </a:lnTo>
                <a:lnTo>
                  <a:pt x="148932" y="2412"/>
                </a:lnTo>
                <a:lnTo>
                  <a:pt x="124206" y="0"/>
                </a:lnTo>
                <a:lnTo>
                  <a:pt x="75946" y="10033"/>
                </a:lnTo>
                <a:lnTo>
                  <a:pt x="36499" y="36449"/>
                </a:lnTo>
                <a:lnTo>
                  <a:pt x="10007" y="75946"/>
                </a:lnTo>
                <a:lnTo>
                  <a:pt x="0" y="124205"/>
                </a:lnTo>
                <a:lnTo>
                  <a:pt x="10007" y="171830"/>
                </a:lnTo>
                <a:lnTo>
                  <a:pt x="32969" y="210692"/>
                </a:lnTo>
                <a:lnTo>
                  <a:pt x="45923" y="229488"/>
                </a:lnTo>
                <a:lnTo>
                  <a:pt x="51790" y="239522"/>
                </a:lnTo>
                <a:lnTo>
                  <a:pt x="57696" y="249427"/>
                </a:lnTo>
                <a:lnTo>
                  <a:pt x="62979" y="260096"/>
                </a:lnTo>
                <a:lnTo>
                  <a:pt x="67703" y="271907"/>
                </a:lnTo>
                <a:lnTo>
                  <a:pt x="71805" y="284225"/>
                </a:lnTo>
                <a:lnTo>
                  <a:pt x="74752" y="297179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2" name="object 12"/>
          <p:cNvSpPr/>
          <p:nvPr/>
        </p:nvSpPr>
        <p:spPr>
          <a:xfrm>
            <a:off x="454178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0"/>
                </a:moveTo>
                <a:lnTo>
                  <a:pt x="20523" y="68961"/>
                </a:lnTo>
                <a:lnTo>
                  <a:pt x="0" y="161543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3" name="object 13"/>
          <p:cNvSpPr/>
          <p:nvPr/>
        </p:nvSpPr>
        <p:spPr>
          <a:xfrm>
            <a:off x="385598" y="1540001"/>
            <a:ext cx="86817" cy="19812"/>
          </a:xfrm>
          <a:custGeom>
            <a:avLst/>
            <a:gdLst/>
            <a:ahLst/>
            <a:cxnLst/>
            <a:rect l="l" t="t" r="r" b="b"/>
            <a:pathLst>
              <a:path w="86817" h="19812">
                <a:moveTo>
                  <a:pt x="0" y="1905"/>
                </a:moveTo>
                <a:lnTo>
                  <a:pt x="19939" y="19812"/>
                </a:lnTo>
                <a:lnTo>
                  <a:pt x="39890" y="1905"/>
                </a:lnTo>
                <a:lnTo>
                  <a:pt x="41656" y="635"/>
                </a:lnTo>
                <a:lnTo>
                  <a:pt x="43408" y="0"/>
                </a:lnTo>
                <a:lnTo>
                  <a:pt x="45161" y="635"/>
                </a:lnTo>
                <a:lnTo>
                  <a:pt x="46926" y="1905"/>
                </a:lnTo>
                <a:lnTo>
                  <a:pt x="66878" y="19812"/>
                </a:lnTo>
                <a:lnTo>
                  <a:pt x="86817" y="1905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4" name="object 14"/>
          <p:cNvSpPr/>
          <p:nvPr/>
        </p:nvSpPr>
        <p:spPr>
          <a:xfrm>
            <a:off x="379475" y="1710689"/>
            <a:ext cx="99060" cy="0"/>
          </a:xfrm>
          <a:custGeom>
            <a:avLst/>
            <a:gdLst/>
            <a:ahLst/>
            <a:cxnLst/>
            <a:rect l="l" t="t" r="r" b="b"/>
            <a:pathLst>
              <a:path w="99059">
                <a:moveTo>
                  <a:pt x="0" y="0"/>
                </a:moveTo>
                <a:lnTo>
                  <a:pt x="99060" y="0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5" name="object 15"/>
          <p:cNvSpPr/>
          <p:nvPr/>
        </p:nvSpPr>
        <p:spPr>
          <a:xfrm>
            <a:off x="739140" y="957835"/>
            <a:ext cx="428244" cy="371855"/>
          </a:xfrm>
          <a:custGeom>
            <a:avLst/>
            <a:gdLst/>
            <a:ahLst/>
            <a:cxnLst/>
            <a:rect l="l" t="t" r="r" b="b"/>
            <a:pathLst>
              <a:path w="428244" h="371855">
                <a:moveTo>
                  <a:pt x="321602" y="0"/>
                </a:moveTo>
                <a:lnTo>
                  <a:pt x="106641" y="0"/>
                </a:lnTo>
                <a:lnTo>
                  <a:pt x="0" y="185927"/>
                </a:lnTo>
                <a:lnTo>
                  <a:pt x="106641" y="371855"/>
                </a:lnTo>
                <a:lnTo>
                  <a:pt x="321602" y="371855"/>
                </a:lnTo>
                <a:lnTo>
                  <a:pt x="428244" y="185927"/>
                </a:lnTo>
                <a:lnTo>
                  <a:pt x="321602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6" name="object 16"/>
          <p:cNvSpPr/>
          <p:nvPr/>
        </p:nvSpPr>
        <p:spPr>
          <a:xfrm>
            <a:off x="421386" y="857251"/>
            <a:ext cx="358140" cy="246125"/>
          </a:xfrm>
          <a:custGeom>
            <a:avLst/>
            <a:gdLst/>
            <a:ahLst/>
            <a:cxnLst/>
            <a:rect l="l" t="t" r="r" b="b"/>
            <a:pathLst>
              <a:path w="358140" h="246125">
                <a:moveTo>
                  <a:pt x="0" y="90677"/>
                </a:moveTo>
                <a:lnTo>
                  <a:pt x="89154" y="246125"/>
                </a:lnTo>
                <a:lnTo>
                  <a:pt x="268986" y="246125"/>
                </a:lnTo>
                <a:lnTo>
                  <a:pt x="358140" y="90677"/>
                </a:lnTo>
                <a:lnTo>
                  <a:pt x="306133" y="0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7" name="object 17"/>
          <p:cNvSpPr/>
          <p:nvPr/>
        </p:nvSpPr>
        <p:spPr>
          <a:xfrm>
            <a:off x="421386" y="857251"/>
            <a:ext cx="52006" cy="90677"/>
          </a:xfrm>
          <a:custGeom>
            <a:avLst/>
            <a:gdLst/>
            <a:ahLst/>
            <a:cxnLst/>
            <a:rect l="l" t="t" r="r" b="b"/>
            <a:pathLst>
              <a:path w="52006" h="90677">
                <a:moveTo>
                  <a:pt x="52006" y="0"/>
                </a:moveTo>
                <a:lnTo>
                  <a:pt x="0" y="90677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8" name="object 18"/>
          <p:cNvSpPr/>
          <p:nvPr/>
        </p:nvSpPr>
        <p:spPr>
          <a:xfrm>
            <a:off x="336804" y="2309623"/>
            <a:ext cx="185902" cy="207263"/>
          </a:xfrm>
          <a:custGeom>
            <a:avLst/>
            <a:gdLst/>
            <a:ahLst/>
            <a:cxnLst/>
            <a:rect l="l" t="t" r="r" b="b"/>
            <a:pathLst>
              <a:path w="185902" h="207263">
                <a:moveTo>
                  <a:pt x="133807" y="0"/>
                </a:moveTo>
                <a:lnTo>
                  <a:pt x="128866" y="762"/>
                </a:lnTo>
                <a:lnTo>
                  <a:pt x="123939" y="1397"/>
                </a:lnTo>
                <a:lnTo>
                  <a:pt x="119011" y="2793"/>
                </a:lnTo>
                <a:lnTo>
                  <a:pt x="88734" y="27686"/>
                </a:lnTo>
                <a:lnTo>
                  <a:pt x="82397" y="52577"/>
                </a:lnTo>
                <a:lnTo>
                  <a:pt x="83083" y="60325"/>
                </a:lnTo>
                <a:lnTo>
                  <a:pt x="85216" y="68199"/>
                </a:lnTo>
                <a:lnTo>
                  <a:pt x="88023" y="75183"/>
                </a:lnTo>
                <a:lnTo>
                  <a:pt x="91541" y="81661"/>
                </a:lnTo>
                <a:lnTo>
                  <a:pt x="0" y="190245"/>
                </a:lnTo>
                <a:lnTo>
                  <a:pt x="10579" y="197992"/>
                </a:lnTo>
                <a:lnTo>
                  <a:pt x="20446" y="207263"/>
                </a:lnTo>
                <a:lnTo>
                  <a:pt x="111975" y="99313"/>
                </a:lnTo>
                <a:lnTo>
                  <a:pt x="155713" y="99313"/>
                </a:lnTo>
                <a:lnTo>
                  <a:pt x="158457" y="97916"/>
                </a:lnTo>
                <a:lnTo>
                  <a:pt x="184480" y="62483"/>
                </a:lnTo>
                <a:lnTo>
                  <a:pt x="185902" y="52577"/>
                </a:lnTo>
                <a:lnTo>
                  <a:pt x="185204" y="46862"/>
                </a:lnTo>
                <a:lnTo>
                  <a:pt x="184480" y="41910"/>
                </a:lnTo>
                <a:lnTo>
                  <a:pt x="183070" y="36956"/>
                </a:lnTo>
                <a:lnTo>
                  <a:pt x="181686" y="31876"/>
                </a:lnTo>
                <a:lnTo>
                  <a:pt x="162661" y="9270"/>
                </a:lnTo>
                <a:lnTo>
                  <a:pt x="158457" y="6350"/>
                </a:lnTo>
                <a:lnTo>
                  <a:pt x="154216" y="4317"/>
                </a:lnTo>
                <a:lnTo>
                  <a:pt x="149288" y="2793"/>
                </a:lnTo>
                <a:lnTo>
                  <a:pt x="144348" y="1397"/>
                </a:lnTo>
                <a:lnTo>
                  <a:pt x="133807" y="0"/>
                </a:lnTo>
                <a:close/>
              </a:path>
              <a:path w="185902" h="207263">
                <a:moveTo>
                  <a:pt x="155713" y="99313"/>
                </a:moveTo>
                <a:lnTo>
                  <a:pt x="111975" y="99313"/>
                </a:lnTo>
                <a:lnTo>
                  <a:pt x="116903" y="101473"/>
                </a:lnTo>
                <a:lnTo>
                  <a:pt x="122529" y="102997"/>
                </a:lnTo>
                <a:lnTo>
                  <a:pt x="133807" y="104266"/>
                </a:lnTo>
                <a:lnTo>
                  <a:pt x="139420" y="103631"/>
                </a:lnTo>
                <a:lnTo>
                  <a:pt x="144348" y="102997"/>
                </a:lnTo>
                <a:lnTo>
                  <a:pt x="149288" y="102235"/>
                </a:lnTo>
                <a:lnTo>
                  <a:pt x="154216" y="100075"/>
                </a:lnTo>
                <a:lnTo>
                  <a:pt x="155713" y="99313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9" name="object 19"/>
          <p:cNvSpPr/>
          <p:nvPr/>
        </p:nvSpPr>
        <p:spPr>
          <a:xfrm>
            <a:off x="53339" y="2340102"/>
            <a:ext cx="149326" cy="172212"/>
          </a:xfrm>
          <a:custGeom>
            <a:avLst/>
            <a:gdLst/>
            <a:ahLst/>
            <a:cxnLst/>
            <a:rect l="l" t="t" r="r" b="b"/>
            <a:pathLst>
              <a:path w="149326" h="172212">
                <a:moveTo>
                  <a:pt x="106254" y="99949"/>
                </a:moveTo>
                <a:lnTo>
                  <a:pt x="71822" y="99949"/>
                </a:lnTo>
                <a:lnTo>
                  <a:pt x="127977" y="172212"/>
                </a:lnTo>
                <a:lnTo>
                  <a:pt x="137934" y="163702"/>
                </a:lnTo>
                <a:lnTo>
                  <a:pt x="149326" y="155956"/>
                </a:lnTo>
                <a:lnTo>
                  <a:pt x="106254" y="99949"/>
                </a:lnTo>
                <a:close/>
              </a:path>
              <a:path w="149326" h="172212">
                <a:moveTo>
                  <a:pt x="56188" y="0"/>
                </a:moveTo>
                <a:lnTo>
                  <a:pt x="45504" y="0"/>
                </a:lnTo>
                <a:lnTo>
                  <a:pt x="40525" y="762"/>
                </a:lnTo>
                <a:lnTo>
                  <a:pt x="35547" y="2159"/>
                </a:lnTo>
                <a:lnTo>
                  <a:pt x="31296" y="4318"/>
                </a:lnTo>
                <a:lnTo>
                  <a:pt x="26318" y="6350"/>
                </a:lnTo>
                <a:lnTo>
                  <a:pt x="2153" y="36830"/>
                </a:lnTo>
                <a:lnTo>
                  <a:pt x="0" y="47498"/>
                </a:lnTo>
                <a:lnTo>
                  <a:pt x="0" y="58165"/>
                </a:lnTo>
                <a:lnTo>
                  <a:pt x="727" y="63119"/>
                </a:lnTo>
                <a:lnTo>
                  <a:pt x="2153" y="68072"/>
                </a:lnTo>
                <a:lnTo>
                  <a:pt x="4279" y="72262"/>
                </a:lnTo>
                <a:lnTo>
                  <a:pt x="6404" y="77215"/>
                </a:lnTo>
                <a:lnTo>
                  <a:pt x="9258" y="80772"/>
                </a:lnTo>
                <a:lnTo>
                  <a:pt x="12081" y="85089"/>
                </a:lnTo>
                <a:lnTo>
                  <a:pt x="15662" y="88519"/>
                </a:lnTo>
                <a:lnTo>
                  <a:pt x="49783" y="103505"/>
                </a:lnTo>
                <a:lnTo>
                  <a:pt x="57616" y="103505"/>
                </a:lnTo>
                <a:lnTo>
                  <a:pt x="64719" y="101981"/>
                </a:lnTo>
                <a:lnTo>
                  <a:pt x="71822" y="99949"/>
                </a:lnTo>
                <a:lnTo>
                  <a:pt x="106254" y="99949"/>
                </a:lnTo>
                <a:lnTo>
                  <a:pt x="93167" y="82931"/>
                </a:lnTo>
                <a:lnTo>
                  <a:pt x="96710" y="77977"/>
                </a:lnTo>
                <a:lnTo>
                  <a:pt x="99542" y="73025"/>
                </a:lnTo>
                <a:lnTo>
                  <a:pt x="101688" y="67310"/>
                </a:lnTo>
                <a:lnTo>
                  <a:pt x="103124" y="60960"/>
                </a:lnTo>
                <a:lnTo>
                  <a:pt x="103822" y="56007"/>
                </a:lnTo>
                <a:lnTo>
                  <a:pt x="103822" y="45338"/>
                </a:lnTo>
                <a:lnTo>
                  <a:pt x="84632" y="11302"/>
                </a:lnTo>
                <a:lnTo>
                  <a:pt x="61167" y="762"/>
                </a:lnTo>
                <a:lnTo>
                  <a:pt x="5618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0" name="object 20"/>
          <p:cNvSpPr/>
          <p:nvPr/>
        </p:nvSpPr>
        <p:spPr>
          <a:xfrm>
            <a:off x="0" y="2637283"/>
            <a:ext cx="158496" cy="126491"/>
          </a:xfrm>
          <a:custGeom>
            <a:avLst/>
            <a:gdLst/>
            <a:ahLst/>
            <a:cxnLst/>
            <a:rect l="l" t="t" r="r" b="b"/>
            <a:pathLst>
              <a:path w="158496" h="126491">
                <a:moveTo>
                  <a:pt x="3491" y="22605"/>
                </a:moveTo>
                <a:lnTo>
                  <a:pt x="0" y="23142"/>
                </a:lnTo>
                <a:lnTo>
                  <a:pt x="0" y="126491"/>
                </a:lnTo>
                <a:lnTo>
                  <a:pt x="4911" y="126491"/>
                </a:lnTo>
                <a:lnTo>
                  <a:pt x="9866" y="125729"/>
                </a:lnTo>
                <a:lnTo>
                  <a:pt x="19777" y="122935"/>
                </a:lnTo>
                <a:lnTo>
                  <a:pt x="24037" y="121538"/>
                </a:lnTo>
                <a:lnTo>
                  <a:pt x="28267" y="118744"/>
                </a:lnTo>
                <a:lnTo>
                  <a:pt x="32527" y="115823"/>
                </a:lnTo>
                <a:lnTo>
                  <a:pt x="36758" y="113029"/>
                </a:lnTo>
                <a:lnTo>
                  <a:pt x="53740" y="76326"/>
                </a:lnTo>
                <a:lnTo>
                  <a:pt x="53044" y="67817"/>
                </a:lnTo>
                <a:lnTo>
                  <a:pt x="113391" y="43179"/>
                </a:lnTo>
                <a:lnTo>
                  <a:pt x="43134" y="43179"/>
                </a:lnTo>
                <a:lnTo>
                  <a:pt x="32527" y="32512"/>
                </a:lnTo>
                <a:lnTo>
                  <a:pt x="27572" y="29717"/>
                </a:lnTo>
                <a:lnTo>
                  <a:pt x="23312" y="27558"/>
                </a:lnTo>
                <a:lnTo>
                  <a:pt x="18357" y="25400"/>
                </a:lnTo>
                <a:lnTo>
                  <a:pt x="13402" y="24002"/>
                </a:lnTo>
                <a:lnTo>
                  <a:pt x="8446" y="23367"/>
                </a:lnTo>
                <a:lnTo>
                  <a:pt x="3491" y="22605"/>
                </a:lnTo>
                <a:close/>
              </a:path>
              <a:path w="158496" h="126491">
                <a:moveTo>
                  <a:pt x="147891" y="0"/>
                </a:moveTo>
                <a:lnTo>
                  <a:pt x="43134" y="43179"/>
                </a:lnTo>
                <a:lnTo>
                  <a:pt x="113391" y="43179"/>
                </a:lnTo>
                <a:lnTo>
                  <a:pt x="158496" y="24764"/>
                </a:lnTo>
                <a:lnTo>
                  <a:pt x="152120" y="12700"/>
                </a:lnTo>
                <a:lnTo>
                  <a:pt x="147891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1" name="object 21"/>
          <p:cNvSpPr/>
          <p:nvPr/>
        </p:nvSpPr>
        <p:spPr>
          <a:xfrm>
            <a:off x="204241" y="2724151"/>
            <a:ext cx="103606" cy="185927"/>
          </a:xfrm>
          <a:custGeom>
            <a:avLst/>
            <a:gdLst/>
            <a:ahLst/>
            <a:cxnLst/>
            <a:rect l="l" t="t" r="r" b="b"/>
            <a:pathLst>
              <a:path w="103606" h="185927">
                <a:moveTo>
                  <a:pt x="43294" y="0"/>
                </a:moveTo>
                <a:lnTo>
                  <a:pt x="40449" y="83057"/>
                </a:lnTo>
                <a:lnTo>
                  <a:pt x="34785" y="84455"/>
                </a:lnTo>
                <a:lnTo>
                  <a:pt x="29082" y="87249"/>
                </a:lnTo>
                <a:lnTo>
                  <a:pt x="23418" y="90169"/>
                </a:lnTo>
                <a:lnTo>
                  <a:pt x="18453" y="93725"/>
                </a:lnTo>
                <a:lnTo>
                  <a:pt x="14185" y="97281"/>
                </a:lnTo>
                <a:lnTo>
                  <a:pt x="11366" y="101473"/>
                </a:lnTo>
                <a:lnTo>
                  <a:pt x="7785" y="105791"/>
                </a:lnTo>
                <a:lnTo>
                  <a:pt x="0" y="139064"/>
                </a:lnTo>
                <a:lnTo>
                  <a:pt x="698" y="144018"/>
                </a:lnTo>
                <a:lnTo>
                  <a:pt x="12064" y="166750"/>
                </a:lnTo>
                <a:lnTo>
                  <a:pt x="15608" y="171069"/>
                </a:lnTo>
                <a:lnTo>
                  <a:pt x="19151" y="174625"/>
                </a:lnTo>
                <a:lnTo>
                  <a:pt x="23418" y="177419"/>
                </a:lnTo>
                <a:lnTo>
                  <a:pt x="27660" y="179577"/>
                </a:lnTo>
                <a:lnTo>
                  <a:pt x="32626" y="181610"/>
                </a:lnTo>
                <a:lnTo>
                  <a:pt x="36906" y="183769"/>
                </a:lnTo>
                <a:lnTo>
                  <a:pt x="46837" y="185293"/>
                </a:lnTo>
                <a:lnTo>
                  <a:pt x="51803" y="185927"/>
                </a:lnTo>
                <a:lnTo>
                  <a:pt x="56768" y="185293"/>
                </a:lnTo>
                <a:lnTo>
                  <a:pt x="92252" y="166116"/>
                </a:lnTo>
                <a:lnTo>
                  <a:pt x="95059" y="161798"/>
                </a:lnTo>
                <a:lnTo>
                  <a:pt x="97917" y="157480"/>
                </a:lnTo>
                <a:lnTo>
                  <a:pt x="100037" y="153288"/>
                </a:lnTo>
                <a:lnTo>
                  <a:pt x="102882" y="143382"/>
                </a:lnTo>
                <a:lnTo>
                  <a:pt x="103513" y="139064"/>
                </a:lnTo>
                <a:lnTo>
                  <a:pt x="103606" y="128397"/>
                </a:lnTo>
                <a:lnTo>
                  <a:pt x="102882" y="123443"/>
                </a:lnTo>
                <a:lnTo>
                  <a:pt x="80187" y="90169"/>
                </a:lnTo>
                <a:lnTo>
                  <a:pt x="67411" y="84455"/>
                </a:lnTo>
                <a:lnTo>
                  <a:pt x="70234" y="1397"/>
                </a:lnTo>
                <a:lnTo>
                  <a:pt x="61747" y="1397"/>
                </a:lnTo>
                <a:lnTo>
                  <a:pt x="52501" y="762"/>
                </a:lnTo>
                <a:lnTo>
                  <a:pt x="43294" y="0"/>
                </a:lnTo>
                <a:close/>
              </a:path>
              <a:path w="103606" h="185927">
                <a:moveTo>
                  <a:pt x="70256" y="762"/>
                </a:moveTo>
                <a:lnTo>
                  <a:pt x="61747" y="1397"/>
                </a:lnTo>
                <a:lnTo>
                  <a:pt x="70234" y="1397"/>
                </a:lnTo>
                <a:lnTo>
                  <a:pt x="70256" y="762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2" name="object 22"/>
          <p:cNvSpPr/>
          <p:nvPr/>
        </p:nvSpPr>
        <p:spPr>
          <a:xfrm>
            <a:off x="387122" y="2582417"/>
            <a:ext cx="187401" cy="103632"/>
          </a:xfrm>
          <a:custGeom>
            <a:avLst/>
            <a:gdLst/>
            <a:ahLst/>
            <a:cxnLst/>
            <a:rect l="l" t="t" r="r" b="b"/>
            <a:pathLst>
              <a:path w="187401" h="103632">
                <a:moveTo>
                  <a:pt x="2844" y="21844"/>
                </a:moveTo>
                <a:lnTo>
                  <a:pt x="2120" y="35179"/>
                </a:lnTo>
                <a:lnTo>
                  <a:pt x="0" y="47879"/>
                </a:lnTo>
                <a:lnTo>
                  <a:pt x="84150" y="58547"/>
                </a:lnTo>
                <a:lnTo>
                  <a:pt x="84874" y="64135"/>
                </a:lnTo>
                <a:lnTo>
                  <a:pt x="86982" y="69723"/>
                </a:lnTo>
                <a:lnTo>
                  <a:pt x="89090" y="74041"/>
                </a:lnTo>
                <a:lnTo>
                  <a:pt x="91236" y="78994"/>
                </a:lnTo>
                <a:lnTo>
                  <a:pt x="94043" y="83185"/>
                </a:lnTo>
                <a:lnTo>
                  <a:pt x="97586" y="86741"/>
                </a:lnTo>
                <a:lnTo>
                  <a:pt x="101117" y="90170"/>
                </a:lnTo>
                <a:lnTo>
                  <a:pt x="104673" y="93726"/>
                </a:lnTo>
                <a:lnTo>
                  <a:pt x="128015" y="102870"/>
                </a:lnTo>
                <a:lnTo>
                  <a:pt x="132930" y="103632"/>
                </a:lnTo>
                <a:lnTo>
                  <a:pt x="137883" y="103632"/>
                </a:lnTo>
                <a:lnTo>
                  <a:pt x="142836" y="102870"/>
                </a:lnTo>
                <a:lnTo>
                  <a:pt x="147789" y="102235"/>
                </a:lnTo>
                <a:lnTo>
                  <a:pt x="152742" y="100076"/>
                </a:lnTo>
                <a:lnTo>
                  <a:pt x="157695" y="98679"/>
                </a:lnTo>
                <a:lnTo>
                  <a:pt x="162636" y="95885"/>
                </a:lnTo>
                <a:lnTo>
                  <a:pt x="166903" y="93091"/>
                </a:lnTo>
                <a:lnTo>
                  <a:pt x="177495" y="82423"/>
                </a:lnTo>
                <a:lnTo>
                  <a:pt x="179603" y="78232"/>
                </a:lnTo>
                <a:lnTo>
                  <a:pt x="182448" y="74041"/>
                </a:lnTo>
                <a:lnTo>
                  <a:pt x="185280" y="64135"/>
                </a:lnTo>
                <a:lnTo>
                  <a:pt x="186702" y="59944"/>
                </a:lnTo>
                <a:lnTo>
                  <a:pt x="187401" y="54229"/>
                </a:lnTo>
                <a:lnTo>
                  <a:pt x="187401" y="49403"/>
                </a:lnTo>
                <a:lnTo>
                  <a:pt x="185978" y="39497"/>
                </a:lnTo>
                <a:lnTo>
                  <a:pt x="182942" y="32385"/>
                </a:lnTo>
                <a:lnTo>
                  <a:pt x="87680" y="32385"/>
                </a:lnTo>
                <a:lnTo>
                  <a:pt x="2844" y="21844"/>
                </a:lnTo>
                <a:close/>
              </a:path>
              <a:path w="187401" h="103632">
                <a:moveTo>
                  <a:pt x="132930" y="0"/>
                </a:moveTo>
                <a:lnTo>
                  <a:pt x="95465" y="19050"/>
                </a:lnTo>
                <a:lnTo>
                  <a:pt x="87680" y="32385"/>
                </a:lnTo>
                <a:lnTo>
                  <a:pt x="182942" y="32385"/>
                </a:lnTo>
                <a:lnTo>
                  <a:pt x="161950" y="7747"/>
                </a:lnTo>
                <a:lnTo>
                  <a:pt x="157695" y="4953"/>
                </a:lnTo>
                <a:lnTo>
                  <a:pt x="142836" y="762"/>
                </a:lnTo>
                <a:lnTo>
                  <a:pt x="137883" y="762"/>
                </a:lnTo>
                <a:lnTo>
                  <a:pt x="13293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3" name="object 23"/>
          <p:cNvSpPr/>
          <p:nvPr/>
        </p:nvSpPr>
        <p:spPr>
          <a:xfrm>
            <a:off x="156971" y="2490977"/>
            <a:ext cx="219430" cy="220980"/>
          </a:xfrm>
          <a:custGeom>
            <a:avLst/>
            <a:gdLst/>
            <a:ahLst/>
            <a:cxnLst/>
            <a:rect l="l" t="t" r="r" b="b"/>
            <a:pathLst>
              <a:path w="219430" h="220980">
                <a:moveTo>
                  <a:pt x="109728" y="0"/>
                </a:moveTo>
                <a:lnTo>
                  <a:pt x="67233" y="8509"/>
                </a:lnTo>
                <a:lnTo>
                  <a:pt x="32550" y="32638"/>
                </a:lnTo>
                <a:lnTo>
                  <a:pt x="8496" y="67563"/>
                </a:lnTo>
                <a:lnTo>
                  <a:pt x="0" y="110109"/>
                </a:lnTo>
                <a:lnTo>
                  <a:pt x="698" y="121538"/>
                </a:lnTo>
                <a:lnTo>
                  <a:pt x="13449" y="162687"/>
                </a:lnTo>
                <a:lnTo>
                  <a:pt x="40347" y="195325"/>
                </a:lnTo>
                <a:lnTo>
                  <a:pt x="67233" y="211709"/>
                </a:lnTo>
                <a:lnTo>
                  <a:pt x="77152" y="216026"/>
                </a:lnTo>
                <a:lnTo>
                  <a:pt x="87757" y="218186"/>
                </a:lnTo>
                <a:lnTo>
                  <a:pt x="98399" y="220218"/>
                </a:lnTo>
                <a:lnTo>
                  <a:pt x="109728" y="220980"/>
                </a:lnTo>
                <a:lnTo>
                  <a:pt x="121031" y="220218"/>
                </a:lnTo>
                <a:lnTo>
                  <a:pt x="162102" y="207518"/>
                </a:lnTo>
                <a:lnTo>
                  <a:pt x="194652" y="180467"/>
                </a:lnTo>
                <a:lnTo>
                  <a:pt x="215201" y="143510"/>
                </a:lnTo>
                <a:lnTo>
                  <a:pt x="219430" y="121538"/>
                </a:lnTo>
                <a:lnTo>
                  <a:pt x="219430" y="99441"/>
                </a:lnTo>
                <a:lnTo>
                  <a:pt x="217309" y="88137"/>
                </a:lnTo>
                <a:lnTo>
                  <a:pt x="215201" y="77470"/>
                </a:lnTo>
                <a:lnTo>
                  <a:pt x="210934" y="67563"/>
                </a:lnTo>
                <a:lnTo>
                  <a:pt x="206705" y="57531"/>
                </a:lnTo>
                <a:lnTo>
                  <a:pt x="179781" y="25654"/>
                </a:lnTo>
                <a:lnTo>
                  <a:pt x="142278" y="4952"/>
                </a:lnTo>
                <a:lnTo>
                  <a:pt x="121031" y="762"/>
                </a:lnTo>
                <a:lnTo>
                  <a:pt x="10972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4" name="object 24"/>
          <p:cNvSpPr txBox="1"/>
          <p:nvPr/>
        </p:nvSpPr>
        <p:spPr>
          <a:xfrm>
            <a:off x="2677610" y="1887102"/>
            <a:ext cx="3649700" cy="5842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3600" b="1" dirty="0">
                <a:solidFill>
                  <a:srgbClr val="002060"/>
                </a:solidFill>
                <a:latin typeface="Calibri"/>
                <a:cs typeface="Calibri"/>
              </a:rPr>
              <a:t>Actividad grupal</a:t>
            </a:r>
            <a:endParaRPr sz="36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26" name="object 25">
            <a:extLst>
              <a:ext uri="{FF2B5EF4-FFF2-40B4-BE49-F238E27FC236}">
                <a16:creationId xmlns:a16="http://schemas.microsoft.com/office/drawing/2014/main" id="{0663B11B-215D-46AB-A19C-E39A65374766}"/>
              </a:ext>
            </a:extLst>
          </p:cNvPr>
          <p:cNvSpPr txBox="1"/>
          <p:nvPr/>
        </p:nvSpPr>
        <p:spPr>
          <a:xfrm>
            <a:off x="2649600" y="2880987"/>
            <a:ext cx="5666816" cy="150571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spcAft>
                <a:spcPts val="1200"/>
              </a:spcAft>
            </a:pPr>
            <a:r>
              <a:rPr lang="es-MX" sz="2400" spc="-2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Definir la función </a:t>
            </a:r>
            <a:r>
              <a:rPr lang="es-MX" sz="2400" b="1" spc="-20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imprime10_1</a:t>
            </a:r>
            <a:r>
              <a:rPr lang="es-MX" sz="2400" spc="-2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que:</a:t>
            </a:r>
          </a:p>
          <a:p>
            <a:pPr marL="355600" indent="-342900" algn="just"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s-MX" sz="2400" spc="-2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Despliegue</a:t>
            </a:r>
            <a:r>
              <a:rPr lang="es-ES" sz="2400" spc="-2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en pantalla números sucesivos del 10 al 1.</a:t>
            </a:r>
            <a:endParaRPr lang="es-ES" sz="2400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  <a:p>
            <a:pPr marL="12700">
              <a:spcAft>
                <a:spcPts val="600"/>
              </a:spcAft>
            </a:pPr>
            <a:endParaRPr sz="2400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</p:txBody>
      </p:sp>
      <p:sp>
        <p:nvSpPr>
          <p:cNvPr id="28" name="object 26">
            <a:extLst>
              <a:ext uri="{FF2B5EF4-FFF2-40B4-BE49-F238E27FC236}">
                <a16:creationId xmlns:a16="http://schemas.microsoft.com/office/drawing/2014/main" id="{2A77E13A-98FD-4F73-9CAC-B813657E1B4A}"/>
              </a:ext>
            </a:extLst>
          </p:cNvPr>
          <p:cNvSpPr txBox="1"/>
          <p:nvPr/>
        </p:nvSpPr>
        <p:spPr>
          <a:xfrm>
            <a:off x="1275715" y="3021076"/>
            <a:ext cx="334645" cy="7747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4800" b="1" spc="-25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4800" dirty="0">
              <a:latin typeface="Calibri"/>
              <a:cs typeface="Calibri"/>
            </a:endParaRP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107B306D-BE4C-4135-91C0-7EC25E1CC2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4128" y="4520811"/>
            <a:ext cx="2592288" cy="1616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124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2343912" y="857251"/>
            <a:ext cx="5585771" cy="8965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Programa en Python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7CC2B8DA-4FB5-44D2-AD9F-AF57C91FD10F}"/>
              </a:ext>
            </a:extLst>
          </p:cNvPr>
          <p:cNvSpPr/>
          <p:nvPr/>
        </p:nvSpPr>
        <p:spPr>
          <a:xfrm>
            <a:off x="0" y="1160525"/>
            <a:ext cx="940308" cy="8961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E002D472-7157-46A4-9BE7-04783659D857}"/>
              </a:ext>
            </a:extLst>
          </p:cNvPr>
          <p:cNvSpPr/>
          <p:nvPr/>
        </p:nvSpPr>
        <p:spPr>
          <a:xfrm>
            <a:off x="420623" y="2533650"/>
            <a:ext cx="2065020" cy="17891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95CDB304-112F-45BE-8B12-4E094D058F5F}"/>
              </a:ext>
            </a:extLst>
          </p:cNvPr>
          <p:cNvSpPr/>
          <p:nvPr/>
        </p:nvSpPr>
        <p:spPr>
          <a:xfrm>
            <a:off x="-4572" y="3987546"/>
            <a:ext cx="1778508" cy="204825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2" name="object 5">
            <a:extLst>
              <a:ext uri="{FF2B5EF4-FFF2-40B4-BE49-F238E27FC236}">
                <a16:creationId xmlns:a16="http://schemas.microsoft.com/office/drawing/2014/main" id="{799C8C99-CF6F-4804-99D7-8E2A4DEB8DF4}"/>
              </a:ext>
            </a:extLst>
          </p:cNvPr>
          <p:cNvSpPr/>
          <p:nvPr/>
        </p:nvSpPr>
        <p:spPr>
          <a:xfrm>
            <a:off x="762000" y="1735074"/>
            <a:ext cx="819912" cy="710184"/>
          </a:xfrm>
          <a:custGeom>
            <a:avLst/>
            <a:gdLst/>
            <a:ahLst/>
            <a:cxnLst/>
            <a:rect l="l" t="t" r="r" b="b"/>
            <a:pathLst>
              <a:path w="819912" h="710184">
                <a:moveTo>
                  <a:pt x="0" y="355091"/>
                </a:moveTo>
                <a:lnTo>
                  <a:pt x="203657" y="710184"/>
                </a:lnTo>
                <a:lnTo>
                  <a:pt x="616204" y="710184"/>
                </a:lnTo>
                <a:lnTo>
                  <a:pt x="819912" y="355091"/>
                </a:lnTo>
                <a:lnTo>
                  <a:pt x="616204" y="0"/>
                </a:lnTo>
                <a:lnTo>
                  <a:pt x="203657" y="0"/>
                </a:lnTo>
                <a:lnTo>
                  <a:pt x="0" y="355091"/>
                </a:lnTo>
                <a:close/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3" name="object 6">
            <a:extLst>
              <a:ext uri="{FF2B5EF4-FFF2-40B4-BE49-F238E27FC236}">
                <a16:creationId xmlns:a16="http://schemas.microsoft.com/office/drawing/2014/main" id="{B0CE1FA0-693F-4562-9DCE-C8A3779B1E96}"/>
              </a:ext>
            </a:extLst>
          </p:cNvPr>
          <p:cNvSpPr/>
          <p:nvPr/>
        </p:nvSpPr>
        <p:spPr>
          <a:xfrm>
            <a:off x="996721" y="2050541"/>
            <a:ext cx="82270" cy="184404"/>
          </a:xfrm>
          <a:custGeom>
            <a:avLst/>
            <a:gdLst/>
            <a:ahLst/>
            <a:cxnLst/>
            <a:rect l="l" t="t" r="r" b="b"/>
            <a:pathLst>
              <a:path w="82270" h="184404">
                <a:moveTo>
                  <a:pt x="82270" y="0"/>
                </a:moveTo>
                <a:lnTo>
                  <a:pt x="0" y="0"/>
                </a:lnTo>
                <a:lnTo>
                  <a:pt x="0" y="184404"/>
                </a:lnTo>
                <a:lnTo>
                  <a:pt x="82270" y="184404"/>
                </a:lnTo>
                <a:lnTo>
                  <a:pt x="82270" y="50546"/>
                </a:lnTo>
                <a:lnTo>
                  <a:pt x="50571" y="50546"/>
                </a:lnTo>
                <a:lnTo>
                  <a:pt x="47510" y="50037"/>
                </a:lnTo>
                <a:lnTo>
                  <a:pt x="35750" y="35813"/>
                </a:lnTo>
                <a:lnTo>
                  <a:pt x="36283" y="32766"/>
                </a:lnTo>
                <a:lnTo>
                  <a:pt x="50571" y="20955"/>
                </a:lnTo>
                <a:lnTo>
                  <a:pt x="82270" y="20955"/>
                </a:lnTo>
                <a:lnTo>
                  <a:pt x="82270" y="0"/>
                </a:lnTo>
                <a:close/>
              </a:path>
              <a:path w="82270" h="184404">
                <a:moveTo>
                  <a:pt x="82270" y="20955"/>
                </a:moveTo>
                <a:lnTo>
                  <a:pt x="50571" y="20955"/>
                </a:lnTo>
                <a:lnTo>
                  <a:pt x="53644" y="21462"/>
                </a:lnTo>
                <a:lnTo>
                  <a:pt x="58750" y="23495"/>
                </a:lnTo>
                <a:lnTo>
                  <a:pt x="62852" y="27559"/>
                </a:lnTo>
                <a:lnTo>
                  <a:pt x="64376" y="30099"/>
                </a:lnTo>
                <a:lnTo>
                  <a:pt x="64884" y="32766"/>
                </a:lnTo>
                <a:lnTo>
                  <a:pt x="65405" y="35813"/>
                </a:lnTo>
                <a:lnTo>
                  <a:pt x="64884" y="38862"/>
                </a:lnTo>
                <a:lnTo>
                  <a:pt x="50571" y="50546"/>
                </a:lnTo>
                <a:lnTo>
                  <a:pt x="82270" y="50546"/>
                </a:lnTo>
                <a:lnTo>
                  <a:pt x="82270" y="20955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4" name="object 7">
            <a:extLst>
              <a:ext uri="{FF2B5EF4-FFF2-40B4-BE49-F238E27FC236}">
                <a16:creationId xmlns:a16="http://schemas.microsoft.com/office/drawing/2014/main" id="{7F07ED6F-FAAA-40D6-825A-313810C01F47}"/>
              </a:ext>
            </a:extLst>
          </p:cNvPr>
          <p:cNvSpPr/>
          <p:nvPr/>
        </p:nvSpPr>
        <p:spPr>
          <a:xfrm>
            <a:off x="1091209" y="1928622"/>
            <a:ext cx="256006" cy="324612"/>
          </a:xfrm>
          <a:custGeom>
            <a:avLst/>
            <a:gdLst/>
            <a:ahLst/>
            <a:cxnLst/>
            <a:rect l="l" t="t" r="r" b="b"/>
            <a:pathLst>
              <a:path w="256006" h="324612">
                <a:moveTo>
                  <a:pt x="131800" y="0"/>
                </a:moveTo>
                <a:lnTo>
                  <a:pt x="103822" y="30606"/>
                </a:lnTo>
                <a:lnTo>
                  <a:pt x="99758" y="42417"/>
                </a:lnTo>
                <a:lnTo>
                  <a:pt x="80911" y="82168"/>
                </a:lnTo>
                <a:lnTo>
                  <a:pt x="76327" y="86740"/>
                </a:lnTo>
                <a:lnTo>
                  <a:pt x="69202" y="93979"/>
                </a:lnTo>
                <a:lnTo>
                  <a:pt x="52400" y="109727"/>
                </a:lnTo>
                <a:lnTo>
                  <a:pt x="30022" y="130175"/>
                </a:lnTo>
                <a:lnTo>
                  <a:pt x="0" y="130175"/>
                </a:lnTo>
                <a:lnTo>
                  <a:pt x="0" y="280669"/>
                </a:lnTo>
                <a:lnTo>
                  <a:pt x="31546" y="280669"/>
                </a:lnTo>
                <a:lnTo>
                  <a:pt x="41732" y="285876"/>
                </a:lnTo>
                <a:lnTo>
                  <a:pt x="55968" y="291973"/>
                </a:lnTo>
                <a:lnTo>
                  <a:pt x="94665" y="306704"/>
                </a:lnTo>
                <a:lnTo>
                  <a:pt x="138925" y="319024"/>
                </a:lnTo>
                <a:lnTo>
                  <a:pt x="149618" y="321563"/>
                </a:lnTo>
                <a:lnTo>
                  <a:pt x="160312" y="323088"/>
                </a:lnTo>
                <a:lnTo>
                  <a:pt x="169976" y="324103"/>
                </a:lnTo>
                <a:lnTo>
                  <a:pt x="179679" y="324612"/>
                </a:lnTo>
                <a:lnTo>
                  <a:pt x="195935" y="324612"/>
                </a:lnTo>
                <a:lnTo>
                  <a:pt x="232638" y="310768"/>
                </a:lnTo>
                <a:lnTo>
                  <a:pt x="234162" y="296037"/>
                </a:lnTo>
                <a:lnTo>
                  <a:pt x="233654" y="292480"/>
                </a:lnTo>
                <a:lnTo>
                  <a:pt x="232638" y="289432"/>
                </a:lnTo>
                <a:lnTo>
                  <a:pt x="230479" y="286385"/>
                </a:lnTo>
                <a:lnTo>
                  <a:pt x="227558" y="283717"/>
                </a:lnTo>
                <a:lnTo>
                  <a:pt x="230098" y="283337"/>
                </a:lnTo>
                <a:lnTo>
                  <a:pt x="232638" y="282193"/>
                </a:lnTo>
                <a:lnTo>
                  <a:pt x="235178" y="281177"/>
                </a:lnTo>
                <a:lnTo>
                  <a:pt x="237210" y="279145"/>
                </a:lnTo>
                <a:lnTo>
                  <a:pt x="243306" y="250570"/>
                </a:lnTo>
                <a:lnTo>
                  <a:pt x="243306" y="245999"/>
                </a:lnTo>
                <a:lnTo>
                  <a:pt x="242798" y="243458"/>
                </a:lnTo>
                <a:lnTo>
                  <a:pt x="241782" y="241426"/>
                </a:lnTo>
                <a:lnTo>
                  <a:pt x="239242" y="237870"/>
                </a:lnTo>
                <a:lnTo>
                  <a:pt x="236194" y="234823"/>
                </a:lnTo>
                <a:lnTo>
                  <a:pt x="238734" y="234314"/>
                </a:lnTo>
                <a:lnTo>
                  <a:pt x="250418" y="202056"/>
                </a:lnTo>
                <a:lnTo>
                  <a:pt x="250418" y="196976"/>
                </a:lnTo>
                <a:lnTo>
                  <a:pt x="249910" y="194437"/>
                </a:lnTo>
                <a:lnTo>
                  <a:pt x="247878" y="190373"/>
                </a:lnTo>
                <a:lnTo>
                  <a:pt x="244830" y="187325"/>
                </a:lnTo>
                <a:lnTo>
                  <a:pt x="242798" y="185800"/>
                </a:lnTo>
                <a:lnTo>
                  <a:pt x="244830" y="185292"/>
                </a:lnTo>
                <a:lnTo>
                  <a:pt x="256006" y="153162"/>
                </a:lnTo>
                <a:lnTo>
                  <a:pt x="254990" y="147954"/>
                </a:lnTo>
                <a:lnTo>
                  <a:pt x="220319" y="130175"/>
                </a:lnTo>
                <a:lnTo>
                  <a:pt x="131800" y="123062"/>
                </a:lnTo>
                <a:lnTo>
                  <a:pt x="135369" y="116839"/>
                </a:lnTo>
                <a:lnTo>
                  <a:pt x="147574" y="77088"/>
                </a:lnTo>
                <a:lnTo>
                  <a:pt x="152158" y="32130"/>
                </a:lnTo>
                <a:lnTo>
                  <a:pt x="152158" y="16890"/>
                </a:lnTo>
                <a:lnTo>
                  <a:pt x="135890" y="507"/>
                </a:lnTo>
                <a:lnTo>
                  <a:pt x="13180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5" name="object 8">
            <a:extLst>
              <a:ext uri="{FF2B5EF4-FFF2-40B4-BE49-F238E27FC236}">
                <a16:creationId xmlns:a16="http://schemas.microsoft.com/office/drawing/2014/main" id="{C9D2B534-8F22-448E-9E60-1ECCFA34ED6F}"/>
              </a:ext>
            </a:extLst>
          </p:cNvPr>
          <p:cNvSpPr/>
          <p:nvPr/>
        </p:nvSpPr>
        <p:spPr>
          <a:xfrm>
            <a:off x="373380" y="1752612"/>
            <a:ext cx="111251" cy="0"/>
          </a:xfrm>
          <a:custGeom>
            <a:avLst/>
            <a:gdLst/>
            <a:ahLst/>
            <a:cxnLst/>
            <a:rect l="l" t="t" r="r" b="b"/>
            <a:pathLst>
              <a:path w="111251">
                <a:moveTo>
                  <a:pt x="0" y="0"/>
                </a:moveTo>
                <a:lnTo>
                  <a:pt x="111251" y="0"/>
                </a:lnTo>
              </a:path>
            </a:pathLst>
          </a:custGeom>
          <a:ln w="57633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6" name="object 9">
            <a:extLst>
              <a:ext uri="{FF2B5EF4-FFF2-40B4-BE49-F238E27FC236}">
                <a16:creationId xmlns:a16="http://schemas.microsoft.com/office/drawing/2014/main" id="{57FEF698-3FBE-4D18-9368-8A12698881C7}"/>
              </a:ext>
            </a:extLst>
          </p:cNvPr>
          <p:cNvSpPr/>
          <p:nvPr/>
        </p:nvSpPr>
        <p:spPr>
          <a:xfrm>
            <a:off x="379475" y="1774698"/>
            <a:ext cx="99060" cy="28955"/>
          </a:xfrm>
          <a:custGeom>
            <a:avLst/>
            <a:gdLst/>
            <a:ahLst/>
            <a:cxnLst/>
            <a:rect l="l" t="t" r="r" b="b"/>
            <a:pathLst>
              <a:path w="99059" h="28955">
                <a:moveTo>
                  <a:pt x="0" y="0"/>
                </a:moveTo>
                <a:lnTo>
                  <a:pt x="0" y="4190"/>
                </a:lnTo>
                <a:lnTo>
                  <a:pt x="584" y="7747"/>
                </a:lnTo>
                <a:lnTo>
                  <a:pt x="2374" y="11302"/>
                </a:lnTo>
                <a:lnTo>
                  <a:pt x="4724" y="14224"/>
                </a:lnTo>
                <a:lnTo>
                  <a:pt x="8255" y="16001"/>
                </a:lnTo>
                <a:lnTo>
                  <a:pt x="45389" y="28321"/>
                </a:lnTo>
                <a:lnTo>
                  <a:pt x="49530" y="28955"/>
                </a:lnTo>
                <a:lnTo>
                  <a:pt x="53644" y="28321"/>
                </a:lnTo>
                <a:lnTo>
                  <a:pt x="90805" y="16001"/>
                </a:lnTo>
                <a:lnTo>
                  <a:pt x="94335" y="14224"/>
                </a:lnTo>
                <a:lnTo>
                  <a:pt x="96685" y="11302"/>
                </a:lnTo>
                <a:lnTo>
                  <a:pt x="98450" y="7747"/>
                </a:lnTo>
                <a:lnTo>
                  <a:pt x="99060" y="4190"/>
                </a:lnTo>
                <a:lnTo>
                  <a:pt x="99060" y="0"/>
                </a:lnTo>
                <a:lnTo>
                  <a:pt x="0" y="0"/>
                </a:lnTo>
                <a:close/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7" name="object 10">
            <a:extLst>
              <a:ext uri="{FF2B5EF4-FFF2-40B4-BE49-F238E27FC236}">
                <a16:creationId xmlns:a16="http://schemas.microsoft.com/office/drawing/2014/main" id="{33DD9A85-EFBE-403F-99C7-86830B9CB975}"/>
              </a:ext>
            </a:extLst>
          </p:cNvPr>
          <p:cNvSpPr/>
          <p:nvPr/>
        </p:nvSpPr>
        <p:spPr>
          <a:xfrm>
            <a:off x="368834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161543"/>
                </a:moveTo>
                <a:lnTo>
                  <a:pt x="14477" y="68961"/>
                </a:lnTo>
                <a:lnTo>
                  <a:pt x="0" y="0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8" name="object 11">
            <a:extLst>
              <a:ext uri="{FF2B5EF4-FFF2-40B4-BE49-F238E27FC236}">
                <a16:creationId xmlns:a16="http://schemas.microsoft.com/office/drawing/2014/main" id="{4FB7D33D-F5E2-4FD4-A36A-BBF09B430D78}"/>
              </a:ext>
            </a:extLst>
          </p:cNvPr>
          <p:cNvSpPr/>
          <p:nvPr/>
        </p:nvSpPr>
        <p:spPr>
          <a:xfrm>
            <a:off x="304800" y="1410463"/>
            <a:ext cx="248412" cy="297179"/>
          </a:xfrm>
          <a:custGeom>
            <a:avLst/>
            <a:gdLst/>
            <a:ahLst/>
            <a:cxnLst/>
            <a:rect l="l" t="t" r="r" b="b"/>
            <a:pathLst>
              <a:path w="248412" h="297179">
                <a:moveTo>
                  <a:pt x="173659" y="297179"/>
                </a:moveTo>
                <a:lnTo>
                  <a:pt x="176606" y="284225"/>
                </a:lnTo>
                <a:lnTo>
                  <a:pt x="180708" y="271907"/>
                </a:lnTo>
                <a:lnTo>
                  <a:pt x="185432" y="260096"/>
                </a:lnTo>
                <a:lnTo>
                  <a:pt x="190715" y="249427"/>
                </a:lnTo>
                <a:lnTo>
                  <a:pt x="196621" y="239522"/>
                </a:lnTo>
                <a:lnTo>
                  <a:pt x="202488" y="229488"/>
                </a:lnTo>
                <a:lnTo>
                  <a:pt x="215442" y="210692"/>
                </a:lnTo>
                <a:lnTo>
                  <a:pt x="221919" y="201295"/>
                </a:lnTo>
                <a:lnTo>
                  <a:pt x="227799" y="191897"/>
                </a:lnTo>
                <a:lnTo>
                  <a:pt x="245465" y="149478"/>
                </a:lnTo>
                <a:lnTo>
                  <a:pt x="247802" y="130683"/>
                </a:lnTo>
                <a:lnTo>
                  <a:pt x="248412" y="124205"/>
                </a:lnTo>
                <a:lnTo>
                  <a:pt x="247230" y="111251"/>
                </a:lnTo>
                <a:lnTo>
                  <a:pt x="245465" y="98933"/>
                </a:lnTo>
                <a:lnTo>
                  <a:pt x="227215" y="54737"/>
                </a:lnTo>
                <a:lnTo>
                  <a:pt x="193662" y="21209"/>
                </a:lnTo>
                <a:lnTo>
                  <a:pt x="148932" y="2412"/>
                </a:lnTo>
                <a:lnTo>
                  <a:pt x="124206" y="0"/>
                </a:lnTo>
                <a:lnTo>
                  <a:pt x="75946" y="10033"/>
                </a:lnTo>
                <a:lnTo>
                  <a:pt x="36499" y="36449"/>
                </a:lnTo>
                <a:lnTo>
                  <a:pt x="10007" y="75946"/>
                </a:lnTo>
                <a:lnTo>
                  <a:pt x="0" y="124205"/>
                </a:lnTo>
                <a:lnTo>
                  <a:pt x="10007" y="171830"/>
                </a:lnTo>
                <a:lnTo>
                  <a:pt x="32969" y="210692"/>
                </a:lnTo>
                <a:lnTo>
                  <a:pt x="45923" y="229488"/>
                </a:lnTo>
                <a:lnTo>
                  <a:pt x="51790" y="239522"/>
                </a:lnTo>
                <a:lnTo>
                  <a:pt x="57696" y="249427"/>
                </a:lnTo>
                <a:lnTo>
                  <a:pt x="62979" y="260096"/>
                </a:lnTo>
                <a:lnTo>
                  <a:pt x="67703" y="271907"/>
                </a:lnTo>
                <a:lnTo>
                  <a:pt x="71805" y="284225"/>
                </a:lnTo>
                <a:lnTo>
                  <a:pt x="74752" y="297179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9" name="object 12">
            <a:extLst>
              <a:ext uri="{FF2B5EF4-FFF2-40B4-BE49-F238E27FC236}">
                <a16:creationId xmlns:a16="http://schemas.microsoft.com/office/drawing/2014/main" id="{3096D364-6CC0-4D80-9316-FEE5D1D02867}"/>
              </a:ext>
            </a:extLst>
          </p:cNvPr>
          <p:cNvSpPr/>
          <p:nvPr/>
        </p:nvSpPr>
        <p:spPr>
          <a:xfrm>
            <a:off x="454178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0"/>
                </a:moveTo>
                <a:lnTo>
                  <a:pt x="20523" y="68961"/>
                </a:lnTo>
                <a:lnTo>
                  <a:pt x="0" y="161543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0" name="object 13">
            <a:extLst>
              <a:ext uri="{FF2B5EF4-FFF2-40B4-BE49-F238E27FC236}">
                <a16:creationId xmlns:a16="http://schemas.microsoft.com/office/drawing/2014/main" id="{5A51283F-5A5F-4122-951C-16EF9C32CA9B}"/>
              </a:ext>
            </a:extLst>
          </p:cNvPr>
          <p:cNvSpPr/>
          <p:nvPr/>
        </p:nvSpPr>
        <p:spPr>
          <a:xfrm>
            <a:off x="385598" y="1540001"/>
            <a:ext cx="86817" cy="19812"/>
          </a:xfrm>
          <a:custGeom>
            <a:avLst/>
            <a:gdLst/>
            <a:ahLst/>
            <a:cxnLst/>
            <a:rect l="l" t="t" r="r" b="b"/>
            <a:pathLst>
              <a:path w="86817" h="19812">
                <a:moveTo>
                  <a:pt x="0" y="1905"/>
                </a:moveTo>
                <a:lnTo>
                  <a:pt x="19939" y="19812"/>
                </a:lnTo>
                <a:lnTo>
                  <a:pt x="39890" y="1905"/>
                </a:lnTo>
                <a:lnTo>
                  <a:pt x="41656" y="635"/>
                </a:lnTo>
                <a:lnTo>
                  <a:pt x="43408" y="0"/>
                </a:lnTo>
                <a:lnTo>
                  <a:pt x="45161" y="635"/>
                </a:lnTo>
                <a:lnTo>
                  <a:pt x="46926" y="1905"/>
                </a:lnTo>
                <a:lnTo>
                  <a:pt x="66878" y="19812"/>
                </a:lnTo>
                <a:lnTo>
                  <a:pt x="86817" y="1905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1" name="object 14">
            <a:extLst>
              <a:ext uri="{FF2B5EF4-FFF2-40B4-BE49-F238E27FC236}">
                <a16:creationId xmlns:a16="http://schemas.microsoft.com/office/drawing/2014/main" id="{A413B54A-712C-46C5-A159-9C7AF8F9E971}"/>
              </a:ext>
            </a:extLst>
          </p:cNvPr>
          <p:cNvSpPr/>
          <p:nvPr/>
        </p:nvSpPr>
        <p:spPr>
          <a:xfrm>
            <a:off x="379475" y="1710689"/>
            <a:ext cx="99060" cy="0"/>
          </a:xfrm>
          <a:custGeom>
            <a:avLst/>
            <a:gdLst/>
            <a:ahLst/>
            <a:cxnLst/>
            <a:rect l="l" t="t" r="r" b="b"/>
            <a:pathLst>
              <a:path w="99059">
                <a:moveTo>
                  <a:pt x="0" y="0"/>
                </a:moveTo>
                <a:lnTo>
                  <a:pt x="99060" y="0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2" name="object 15">
            <a:extLst>
              <a:ext uri="{FF2B5EF4-FFF2-40B4-BE49-F238E27FC236}">
                <a16:creationId xmlns:a16="http://schemas.microsoft.com/office/drawing/2014/main" id="{413A7575-AAF6-485C-8701-5E351DF94474}"/>
              </a:ext>
            </a:extLst>
          </p:cNvPr>
          <p:cNvSpPr/>
          <p:nvPr/>
        </p:nvSpPr>
        <p:spPr>
          <a:xfrm>
            <a:off x="739140" y="957835"/>
            <a:ext cx="428244" cy="371855"/>
          </a:xfrm>
          <a:custGeom>
            <a:avLst/>
            <a:gdLst/>
            <a:ahLst/>
            <a:cxnLst/>
            <a:rect l="l" t="t" r="r" b="b"/>
            <a:pathLst>
              <a:path w="428244" h="371855">
                <a:moveTo>
                  <a:pt x="321602" y="0"/>
                </a:moveTo>
                <a:lnTo>
                  <a:pt x="106641" y="0"/>
                </a:lnTo>
                <a:lnTo>
                  <a:pt x="0" y="185927"/>
                </a:lnTo>
                <a:lnTo>
                  <a:pt x="106641" y="371855"/>
                </a:lnTo>
                <a:lnTo>
                  <a:pt x="321602" y="371855"/>
                </a:lnTo>
                <a:lnTo>
                  <a:pt x="428244" y="185927"/>
                </a:lnTo>
                <a:lnTo>
                  <a:pt x="321602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3" name="object 16">
            <a:extLst>
              <a:ext uri="{FF2B5EF4-FFF2-40B4-BE49-F238E27FC236}">
                <a16:creationId xmlns:a16="http://schemas.microsoft.com/office/drawing/2014/main" id="{06A94F2E-8C48-47CD-8152-50B94BBE0677}"/>
              </a:ext>
            </a:extLst>
          </p:cNvPr>
          <p:cNvSpPr/>
          <p:nvPr/>
        </p:nvSpPr>
        <p:spPr>
          <a:xfrm>
            <a:off x="421386" y="857251"/>
            <a:ext cx="358140" cy="246125"/>
          </a:xfrm>
          <a:custGeom>
            <a:avLst/>
            <a:gdLst/>
            <a:ahLst/>
            <a:cxnLst/>
            <a:rect l="l" t="t" r="r" b="b"/>
            <a:pathLst>
              <a:path w="358140" h="246125">
                <a:moveTo>
                  <a:pt x="0" y="90677"/>
                </a:moveTo>
                <a:lnTo>
                  <a:pt x="89154" y="246125"/>
                </a:lnTo>
                <a:lnTo>
                  <a:pt x="268986" y="246125"/>
                </a:lnTo>
                <a:lnTo>
                  <a:pt x="358140" y="90677"/>
                </a:lnTo>
                <a:lnTo>
                  <a:pt x="306133" y="0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4" name="object 17">
            <a:extLst>
              <a:ext uri="{FF2B5EF4-FFF2-40B4-BE49-F238E27FC236}">
                <a16:creationId xmlns:a16="http://schemas.microsoft.com/office/drawing/2014/main" id="{79FE6946-C4B6-4AE2-8998-8D6B6CFF2492}"/>
              </a:ext>
            </a:extLst>
          </p:cNvPr>
          <p:cNvSpPr/>
          <p:nvPr/>
        </p:nvSpPr>
        <p:spPr>
          <a:xfrm>
            <a:off x="421386" y="857251"/>
            <a:ext cx="52006" cy="90677"/>
          </a:xfrm>
          <a:custGeom>
            <a:avLst/>
            <a:gdLst/>
            <a:ahLst/>
            <a:cxnLst/>
            <a:rect l="l" t="t" r="r" b="b"/>
            <a:pathLst>
              <a:path w="52006" h="90677">
                <a:moveTo>
                  <a:pt x="52006" y="0"/>
                </a:moveTo>
                <a:lnTo>
                  <a:pt x="0" y="90677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5" name="object 18">
            <a:extLst>
              <a:ext uri="{FF2B5EF4-FFF2-40B4-BE49-F238E27FC236}">
                <a16:creationId xmlns:a16="http://schemas.microsoft.com/office/drawing/2014/main" id="{BDB524AF-63F7-4B75-86CC-6A8A41D8EFC8}"/>
              </a:ext>
            </a:extLst>
          </p:cNvPr>
          <p:cNvSpPr/>
          <p:nvPr/>
        </p:nvSpPr>
        <p:spPr>
          <a:xfrm>
            <a:off x="336804" y="2309623"/>
            <a:ext cx="185902" cy="207263"/>
          </a:xfrm>
          <a:custGeom>
            <a:avLst/>
            <a:gdLst/>
            <a:ahLst/>
            <a:cxnLst/>
            <a:rect l="l" t="t" r="r" b="b"/>
            <a:pathLst>
              <a:path w="185902" h="207263">
                <a:moveTo>
                  <a:pt x="133807" y="0"/>
                </a:moveTo>
                <a:lnTo>
                  <a:pt x="128866" y="762"/>
                </a:lnTo>
                <a:lnTo>
                  <a:pt x="123939" y="1397"/>
                </a:lnTo>
                <a:lnTo>
                  <a:pt x="119011" y="2793"/>
                </a:lnTo>
                <a:lnTo>
                  <a:pt x="88734" y="27686"/>
                </a:lnTo>
                <a:lnTo>
                  <a:pt x="82397" y="52577"/>
                </a:lnTo>
                <a:lnTo>
                  <a:pt x="83083" y="60325"/>
                </a:lnTo>
                <a:lnTo>
                  <a:pt x="85216" y="68199"/>
                </a:lnTo>
                <a:lnTo>
                  <a:pt x="88023" y="75183"/>
                </a:lnTo>
                <a:lnTo>
                  <a:pt x="91541" y="81661"/>
                </a:lnTo>
                <a:lnTo>
                  <a:pt x="0" y="190245"/>
                </a:lnTo>
                <a:lnTo>
                  <a:pt x="10579" y="197992"/>
                </a:lnTo>
                <a:lnTo>
                  <a:pt x="20446" y="207263"/>
                </a:lnTo>
                <a:lnTo>
                  <a:pt x="111975" y="99313"/>
                </a:lnTo>
                <a:lnTo>
                  <a:pt x="155713" y="99313"/>
                </a:lnTo>
                <a:lnTo>
                  <a:pt x="158457" y="97916"/>
                </a:lnTo>
                <a:lnTo>
                  <a:pt x="184480" y="62483"/>
                </a:lnTo>
                <a:lnTo>
                  <a:pt x="185902" y="52577"/>
                </a:lnTo>
                <a:lnTo>
                  <a:pt x="185204" y="46862"/>
                </a:lnTo>
                <a:lnTo>
                  <a:pt x="184480" y="41910"/>
                </a:lnTo>
                <a:lnTo>
                  <a:pt x="183070" y="36956"/>
                </a:lnTo>
                <a:lnTo>
                  <a:pt x="181686" y="31876"/>
                </a:lnTo>
                <a:lnTo>
                  <a:pt x="162661" y="9270"/>
                </a:lnTo>
                <a:lnTo>
                  <a:pt x="158457" y="6350"/>
                </a:lnTo>
                <a:lnTo>
                  <a:pt x="154216" y="4317"/>
                </a:lnTo>
                <a:lnTo>
                  <a:pt x="149288" y="2793"/>
                </a:lnTo>
                <a:lnTo>
                  <a:pt x="144348" y="1397"/>
                </a:lnTo>
                <a:lnTo>
                  <a:pt x="133807" y="0"/>
                </a:lnTo>
                <a:close/>
              </a:path>
              <a:path w="185902" h="207263">
                <a:moveTo>
                  <a:pt x="155713" y="99313"/>
                </a:moveTo>
                <a:lnTo>
                  <a:pt x="111975" y="99313"/>
                </a:lnTo>
                <a:lnTo>
                  <a:pt x="116903" y="101473"/>
                </a:lnTo>
                <a:lnTo>
                  <a:pt x="122529" y="102997"/>
                </a:lnTo>
                <a:lnTo>
                  <a:pt x="133807" y="104266"/>
                </a:lnTo>
                <a:lnTo>
                  <a:pt x="139420" y="103631"/>
                </a:lnTo>
                <a:lnTo>
                  <a:pt x="144348" y="102997"/>
                </a:lnTo>
                <a:lnTo>
                  <a:pt x="149288" y="102235"/>
                </a:lnTo>
                <a:lnTo>
                  <a:pt x="154216" y="100075"/>
                </a:lnTo>
                <a:lnTo>
                  <a:pt x="155713" y="99313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6" name="object 19">
            <a:extLst>
              <a:ext uri="{FF2B5EF4-FFF2-40B4-BE49-F238E27FC236}">
                <a16:creationId xmlns:a16="http://schemas.microsoft.com/office/drawing/2014/main" id="{BB506128-04C5-43CA-963C-B6F546C0F300}"/>
              </a:ext>
            </a:extLst>
          </p:cNvPr>
          <p:cNvSpPr/>
          <p:nvPr/>
        </p:nvSpPr>
        <p:spPr>
          <a:xfrm>
            <a:off x="53339" y="2340102"/>
            <a:ext cx="149326" cy="172212"/>
          </a:xfrm>
          <a:custGeom>
            <a:avLst/>
            <a:gdLst/>
            <a:ahLst/>
            <a:cxnLst/>
            <a:rect l="l" t="t" r="r" b="b"/>
            <a:pathLst>
              <a:path w="149326" h="172212">
                <a:moveTo>
                  <a:pt x="106254" y="99949"/>
                </a:moveTo>
                <a:lnTo>
                  <a:pt x="71822" y="99949"/>
                </a:lnTo>
                <a:lnTo>
                  <a:pt x="127977" y="172212"/>
                </a:lnTo>
                <a:lnTo>
                  <a:pt x="137934" y="163702"/>
                </a:lnTo>
                <a:lnTo>
                  <a:pt x="149326" y="155956"/>
                </a:lnTo>
                <a:lnTo>
                  <a:pt x="106254" y="99949"/>
                </a:lnTo>
                <a:close/>
              </a:path>
              <a:path w="149326" h="172212">
                <a:moveTo>
                  <a:pt x="56188" y="0"/>
                </a:moveTo>
                <a:lnTo>
                  <a:pt x="45504" y="0"/>
                </a:lnTo>
                <a:lnTo>
                  <a:pt x="40525" y="762"/>
                </a:lnTo>
                <a:lnTo>
                  <a:pt x="35547" y="2159"/>
                </a:lnTo>
                <a:lnTo>
                  <a:pt x="31296" y="4318"/>
                </a:lnTo>
                <a:lnTo>
                  <a:pt x="26318" y="6350"/>
                </a:lnTo>
                <a:lnTo>
                  <a:pt x="2153" y="36830"/>
                </a:lnTo>
                <a:lnTo>
                  <a:pt x="0" y="47498"/>
                </a:lnTo>
                <a:lnTo>
                  <a:pt x="0" y="58165"/>
                </a:lnTo>
                <a:lnTo>
                  <a:pt x="727" y="63119"/>
                </a:lnTo>
                <a:lnTo>
                  <a:pt x="2153" y="68072"/>
                </a:lnTo>
                <a:lnTo>
                  <a:pt x="4279" y="72262"/>
                </a:lnTo>
                <a:lnTo>
                  <a:pt x="6404" y="77215"/>
                </a:lnTo>
                <a:lnTo>
                  <a:pt x="9258" y="80772"/>
                </a:lnTo>
                <a:lnTo>
                  <a:pt x="12081" y="85089"/>
                </a:lnTo>
                <a:lnTo>
                  <a:pt x="15662" y="88519"/>
                </a:lnTo>
                <a:lnTo>
                  <a:pt x="49783" y="103505"/>
                </a:lnTo>
                <a:lnTo>
                  <a:pt x="57616" y="103505"/>
                </a:lnTo>
                <a:lnTo>
                  <a:pt x="64719" y="101981"/>
                </a:lnTo>
                <a:lnTo>
                  <a:pt x="71822" y="99949"/>
                </a:lnTo>
                <a:lnTo>
                  <a:pt x="106254" y="99949"/>
                </a:lnTo>
                <a:lnTo>
                  <a:pt x="93167" y="82931"/>
                </a:lnTo>
                <a:lnTo>
                  <a:pt x="96710" y="77977"/>
                </a:lnTo>
                <a:lnTo>
                  <a:pt x="99542" y="73025"/>
                </a:lnTo>
                <a:lnTo>
                  <a:pt x="101688" y="67310"/>
                </a:lnTo>
                <a:lnTo>
                  <a:pt x="103124" y="60960"/>
                </a:lnTo>
                <a:lnTo>
                  <a:pt x="103822" y="56007"/>
                </a:lnTo>
                <a:lnTo>
                  <a:pt x="103822" y="45338"/>
                </a:lnTo>
                <a:lnTo>
                  <a:pt x="84632" y="11302"/>
                </a:lnTo>
                <a:lnTo>
                  <a:pt x="61167" y="762"/>
                </a:lnTo>
                <a:lnTo>
                  <a:pt x="5618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7" name="object 20">
            <a:extLst>
              <a:ext uri="{FF2B5EF4-FFF2-40B4-BE49-F238E27FC236}">
                <a16:creationId xmlns:a16="http://schemas.microsoft.com/office/drawing/2014/main" id="{F7B39F4A-6D3B-4FC2-A9FB-CC25EDEE1845}"/>
              </a:ext>
            </a:extLst>
          </p:cNvPr>
          <p:cNvSpPr/>
          <p:nvPr/>
        </p:nvSpPr>
        <p:spPr>
          <a:xfrm>
            <a:off x="0" y="2637283"/>
            <a:ext cx="158496" cy="126491"/>
          </a:xfrm>
          <a:custGeom>
            <a:avLst/>
            <a:gdLst/>
            <a:ahLst/>
            <a:cxnLst/>
            <a:rect l="l" t="t" r="r" b="b"/>
            <a:pathLst>
              <a:path w="158496" h="126491">
                <a:moveTo>
                  <a:pt x="3491" y="22605"/>
                </a:moveTo>
                <a:lnTo>
                  <a:pt x="0" y="23142"/>
                </a:lnTo>
                <a:lnTo>
                  <a:pt x="0" y="126491"/>
                </a:lnTo>
                <a:lnTo>
                  <a:pt x="4911" y="126491"/>
                </a:lnTo>
                <a:lnTo>
                  <a:pt x="9866" y="125729"/>
                </a:lnTo>
                <a:lnTo>
                  <a:pt x="19777" y="122935"/>
                </a:lnTo>
                <a:lnTo>
                  <a:pt x="24037" y="121538"/>
                </a:lnTo>
                <a:lnTo>
                  <a:pt x="28267" y="118744"/>
                </a:lnTo>
                <a:lnTo>
                  <a:pt x="32527" y="115823"/>
                </a:lnTo>
                <a:lnTo>
                  <a:pt x="36758" y="113029"/>
                </a:lnTo>
                <a:lnTo>
                  <a:pt x="53740" y="76326"/>
                </a:lnTo>
                <a:lnTo>
                  <a:pt x="53044" y="67817"/>
                </a:lnTo>
                <a:lnTo>
                  <a:pt x="113391" y="43179"/>
                </a:lnTo>
                <a:lnTo>
                  <a:pt x="43134" y="43179"/>
                </a:lnTo>
                <a:lnTo>
                  <a:pt x="32527" y="32512"/>
                </a:lnTo>
                <a:lnTo>
                  <a:pt x="27572" y="29717"/>
                </a:lnTo>
                <a:lnTo>
                  <a:pt x="23312" y="27558"/>
                </a:lnTo>
                <a:lnTo>
                  <a:pt x="18357" y="25400"/>
                </a:lnTo>
                <a:lnTo>
                  <a:pt x="13402" y="24002"/>
                </a:lnTo>
                <a:lnTo>
                  <a:pt x="8446" y="23367"/>
                </a:lnTo>
                <a:lnTo>
                  <a:pt x="3491" y="22605"/>
                </a:lnTo>
                <a:close/>
              </a:path>
              <a:path w="158496" h="126491">
                <a:moveTo>
                  <a:pt x="147891" y="0"/>
                </a:moveTo>
                <a:lnTo>
                  <a:pt x="43134" y="43179"/>
                </a:lnTo>
                <a:lnTo>
                  <a:pt x="113391" y="43179"/>
                </a:lnTo>
                <a:lnTo>
                  <a:pt x="158496" y="24764"/>
                </a:lnTo>
                <a:lnTo>
                  <a:pt x="152120" y="12700"/>
                </a:lnTo>
                <a:lnTo>
                  <a:pt x="147891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8" name="object 21">
            <a:extLst>
              <a:ext uri="{FF2B5EF4-FFF2-40B4-BE49-F238E27FC236}">
                <a16:creationId xmlns:a16="http://schemas.microsoft.com/office/drawing/2014/main" id="{D59DA53D-6D38-4288-900A-FBD98504B35F}"/>
              </a:ext>
            </a:extLst>
          </p:cNvPr>
          <p:cNvSpPr/>
          <p:nvPr/>
        </p:nvSpPr>
        <p:spPr>
          <a:xfrm>
            <a:off x="204241" y="2724151"/>
            <a:ext cx="103606" cy="185927"/>
          </a:xfrm>
          <a:custGeom>
            <a:avLst/>
            <a:gdLst/>
            <a:ahLst/>
            <a:cxnLst/>
            <a:rect l="l" t="t" r="r" b="b"/>
            <a:pathLst>
              <a:path w="103606" h="185927">
                <a:moveTo>
                  <a:pt x="43294" y="0"/>
                </a:moveTo>
                <a:lnTo>
                  <a:pt x="40449" y="83057"/>
                </a:lnTo>
                <a:lnTo>
                  <a:pt x="34785" y="84455"/>
                </a:lnTo>
                <a:lnTo>
                  <a:pt x="29082" y="87249"/>
                </a:lnTo>
                <a:lnTo>
                  <a:pt x="23418" y="90169"/>
                </a:lnTo>
                <a:lnTo>
                  <a:pt x="18453" y="93725"/>
                </a:lnTo>
                <a:lnTo>
                  <a:pt x="14185" y="97281"/>
                </a:lnTo>
                <a:lnTo>
                  <a:pt x="11366" y="101473"/>
                </a:lnTo>
                <a:lnTo>
                  <a:pt x="7785" y="105791"/>
                </a:lnTo>
                <a:lnTo>
                  <a:pt x="0" y="139064"/>
                </a:lnTo>
                <a:lnTo>
                  <a:pt x="698" y="144018"/>
                </a:lnTo>
                <a:lnTo>
                  <a:pt x="12064" y="166750"/>
                </a:lnTo>
                <a:lnTo>
                  <a:pt x="15608" y="171069"/>
                </a:lnTo>
                <a:lnTo>
                  <a:pt x="19151" y="174625"/>
                </a:lnTo>
                <a:lnTo>
                  <a:pt x="23418" y="177419"/>
                </a:lnTo>
                <a:lnTo>
                  <a:pt x="27660" y="179577"/>
                </a:lnTo>
                <a:lnTo>
                  <a:pt x="32626" y="181610"/>
                </a:lnTo>
                <a:lnTo>
                  <a:pt x="36906" y="183769"/>
                </a:lnTo>
                <a:lnTo>
                  <a:pt x="46837" y="185293"/>
                </a:lnTo>
                <a:lnTo>
                  <a:pt x="51803" y="185927"/>
                </a:lnTo>
                <a:lnTo>
                  <a:pt x="56768" y="185293"/>
                </a:lnTo>
                <a:lnTo>
                  <a:pt x="92252" y="166116"/>
                </a:lnTo>
                <a:lnTo>
                  <a:pt x="95059" y="161798"/>
                </a:lnTo>
                <a:lnTo>
                  <a:pt x="97917" y="157480"/>
                </a:lnTo>
                <a:lnTo>
                  <a:pt x="100037" y="153288"/>
                </a:lnTo>
                <a:lnTo>
                  <a:pt x="102882" y="143382"/>
                </a:lnTo>
                <a:lnTo>
                  <a:pt x="103513" y="139064"/>
                </a:lnTo>
                <a:lnTo>
                  <a:pt x="103606" y="128397"/>
                </a:lnTo>
                <a:lnTo>
                  <a:pt x="102882" y="123443"/>
                </a:lnTo>
                <a:lnTo>
                  <a:pt x="80187" y="90169"/>
                </a:lnTo>
                <a:lnTo>
                  <a:pt x="67411" y="84455"/>
                </a:lnTo>
                <a:lnTo>
                  <a:pt x="70234" y="1397"/>
                </a:lnTo>
                <a:lnTo>
                  <a:pt x="61747" y="1397"/>
                </a:lnTo>
                <a:lnTo>
                  <a:pt x="52501" y="762"/>
                </a:lnTo>
                <a:lnTo>
                  <a:pt x="43294" y="0"/>
                </a:lnTo>
                <a:close/>
              </a:path>
              <a:path w="103606" h="185927">
                <a:moveTo>
                  <a:pt x="70256" y="762"/>
                </a:moveTo>
                <a:lnTo>
                  <a:pt x="61747" y="1397"/>
                </a:lnTo>
                <a:lnTo>
                  <a:pt x="70234" y="1397"/>
                </a:lnTo>
                <a:lnTo>
                  <a:pt x="70256" y="762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9" name="object 22">
            <a:extLst>
              <a:ext uri="{FF2B5EF4-FFF2-40B4-BE49-F238E27FC236}">
                <a16:creationId xmlns:a16="http://schemas.microsoft.com/office/drawing/2014/main" id="{22AB4573-6E9C-4B74-A04E-68A13776FC10}"/>
              </a:ext>
            </a:extLst>
          </p:cNvPr>
          <p:cNvSpPr/>
          <p:nvPr/>
        </p:nvSpPr>
        <p:spPr>
          <a:xfrm>
            <a:off x="387122" y="2582417"/>
            <a:ext cx="187401" cy="103632"/>
          </a:xfrm>
          <a:custGeom>
            <a:avLst/>
            <a:gdLst/>
            <a:ahLst/>
            <a:cxnLst/>
            <a:rect l="l" t="t" r="r" b="b"/>
            <a:pathLst>
              <a:path w="187401" h="103632">
                <a:moveTo>
                  <a:pt x="2844" y="21844"/>
                </a:moveTo>
                <a:lnTo>
                  <a:pt x="2120" y="35179"/>
                </a:lnTo>
                <a:lnTo>
                  <a:pt x="0" y="47879"/>
                </a:lnTo>
                <a:lnTo>
                  <a:pt x="84150" y="58547"/>
                </a:lnTo>
                <a:lnTo>
                  <a:pt x="84874" y="64135"/>
                </a:lnTo>
                <a:lnTo>
                  <a:pt x="86982" y="69723"/>
                </a:lnTo>
                <a:lnTo>
                  <a:pt x="89090" y="74041"/>
                </a:lnTo>
                <a:lnTo>
                  <a:pt x="91236" y="78994"/>
                </a:lnTo>
                <a:lnTo>
                  <a:pt x="94043" y="83185"/>
                </a:lnTo>
                <a:lnTo>
                  <a:pt x="97586" y="86741"/>
                </a:lnTo>
                <a:lnTo>
                  <a:pt x="101117" y="90170"/>
                </a:lnTo>
                <a:lnTo>
                  <a:pt x="104673" y="93726"/>
                </a:lnTo>
                <a:lnTo>
                  <a:pt x="128015" y="102870"/>
                </a:lnTo>
                <a:lnTo>
                  <a:pt x="132930" y="103632"/>
                </a:lnTo>
                <a:lnTo>
                  <a:pt x="137883" y="103632"/>
                </a:lnTo>
                <a:lnTo>
                  <a:pt x="142836" y="102870"/>
                </a:lnTo>
                <a:lnTo>
                  <a:pt x="147789" y="102235"/>
                </a:lnTo>
                <a:lnTo>
                  <a:pt x="152742" y="100076"/>
                </a:lnTo>
                <a:lnTo>
                  <a:pt x="157695" y="98679"/>
                </a:lnTo>
                <a:lnTo>
                  <a:pt x="162636" y="95885"/>
                </a:lnTo>
                <a:lnTo>
                  <a:pt x="166903" y="93091"/>
                </a:lnTo>
                <a:lnTo>
                  <a:pt x="177495" y="82423"/>
                </a:lnTo>
                <a:lnTo>
                  <a:pt x="179603" y="78232"/>
                </a:lnTo>
                <a:lnTo>
                  <a:pt x="182448" y="74041"/>
                </a:lnTo>
                <a:lnTo>
                  <a:pt x="185280" y="64135"/>
                </a:lnTo>
                <a:lnTo>
                  <a:pt x="186702" y="59944"/>
                </a:lnTo>
                <a:lnTo>
                  <a:pt x="187401" y="54229"/>
                </a:lnTo>
                <a:lnTo>
                  <a:pt x="187401" y="49403"/>
                </a:lnTo>
                <a:lnTo>
                  <a:pt x="185978" y="39497"/>
                </a:lnTo>
                <a:lnTo>
                  <a:pt x="182942" y="32385"/>
                </a:lnTo>
                <a:lnTo>
                  <a:pt x="87680" y="32385"/>
                </a:lnTo>
                <a:lnTo>
                  <a:pt x="2844" y="21844"/>
                </a:lnTo>
                <a:close/>
              </a:path>
              <a:path w="187401" h="103632">
                <a:moveTo>
                  <a:pt x="132930" y="0"/>
                </a:moveTo>
                <a:lnTo>
                  <a:pt x="95465" y="19050"/>
                </a:lnTo>
                <a:lnTo>
                  <a:pt x="87680" y="32385"/>
                </a:lnTo>
                <a:lnTo>
                  <a:pt x="182942" y="32385"/>
                </a:lnTo>
                <a:lnTo>
                  <a:pt x="161950" y="7747"/>
                </a:lnTo>
                <a:lnTo>
                  <a:pt x="157695" y="4953"/>
                </a:lnTo>
                <a:lnTo>
                  <a:pt x="142836" y="762"/>
                </a:lnTo>
                <a:lnTo>
                  <a:pt x="137883" y="762"/>
                </a:lnTo>
                <a:lnTo>
                  <a:pt x="13293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0" name="object 23">
            <a:extLst>
              <a:ext uri="{FF2B5EF4-FFF2-40B4-BE49-F238E27FC236}">
                <a16:creationId xmlns:a16="http://schemas.microsoft.com/office/drawing/2014/main" id="{E4196ECA-A5B8-44A9-A064-50C1BFE43F45}"/>
              </a:ext>
            </a:extLst>
          </p:cNvPr>
          <p:cNvSpPr/>
          <p:nvPr/>
        </p:nvSpPr>
        <p:spPr>
          <a:xfrm>
            <a:off x="156971" y="2490977"/>
            <a:ext cx="219430" cy="220980"/>
          </a:xfrm>
          <a:custGeom>
            <a:avLst/>
            <a:gdLst/>
            <a:ahLst/>
            <a:cxnLst/>
            <a:rect l="l" t="t" r="r" b="b"/>
            <a:pathLst>
              <a:path w="219430" h="220980">
                <a:moveTo>
                  <a:pt x="109728" y="0"/>
                </a:moveTo>
                <a:lnTo>
                  <a:pt x="67233" y="8509"/>
                </a:lnTo>
                <a:lnTo>
                  <a:pt x="32550" y="32638"/>
                </a:lnTo>
                <a:lnTo>
                  <a:pt x="8496" y="67563"/>
                </a:lnTo>
                <a:lnTo>
                  <a:pt x="0" y="110109"/>
                </a:lnTo>
                <a:lnTo>
                  <a:pt x="698" y="121538"/>
                </a:lnTo>
                <a:lnTo>
                  <a:pt x="13449" y="162687"/>
                </a:lnTo>
                <a:lnTo>
                  <a:pt x="40347" y="195325"/>
                </a:lnTo>
                <a:lnTo>
                  <a:pt x="67233" y="211709"/>
                </a:lnTo>
                <a:lnTo>
                  <a:pt x="77152" y="216026"/>
                </a:lnTo>
                <a:lnTo>
                  <a:pt x="87757" y="218186"/>
                </a:lnTo>
                <a:lnTo>
                  <a:pt x="98399" y="220218"/>
                </a:lnTo>
                <a:lnTo>
                  <a:pt x="109728" y="220980"/>
                </a:lnTo>
                <a:lnTo>
                  <a:pt x="121031" y="220218"/>
                </a:lnTo>
                <a:lnTo>
                  <a:pt x="162102" y="207518"/>
                </a:lnTo>
                <a:lnTo>
                  <a:pt x="194652" y="180467"/>
                </a:lnTo>
                <a:lnTo>
                  <a:pt x="215201" y="143510"/>
                </a:lnTo>
                <a:lnTo>
                  <a:pt x="219430" y="121538"/>
                </a:lnTo>
                <a:lnTo>
                  <a:pt x="219430" y="99441"/>
                </a:lnTo>
                <a:lnTo>
                  <a:pt x="217309" y="88137"/>
                </a:lnTo>
                <a:lnTo>
                  <a:pt x="215201" y="77470"/>
                </a:lnTo>
                <a:lnTo>
                  <a:pt x="210934" y="67563"/>
                </a:lnTo>
                <a:lnTo>
                  <a:pt x="206705" y="57531"/>
                </a:lnTo>
                <a:lnTo>
                  <a:pt x="179781" y="25654"/>
                </a:lnTo>
                <a:lnTo>
                  <a:pt x="142278" y="4952"/>
                </a:lnTo>
                <a:lnTo>
                  <a:pt x="121031" y="762"/>
                </a:lnTo>
                <a:lnTo>
                  <a:pt x="10972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1" name="object 26">
            <a:extLst>
              <a:ext uri="{FF2B5EF4-FFF2-40B4-BE49-F238E27FC236}">
                <a16:creationId xmlns:a16="http://schemas.microsoft.com/office/drawing/2014/main" id="{C09DE7F0-F2DE-46F7-9022-8BAF46FA1266}"/>
              </a:ext>
            </a:extLst>
          </p:cNvPr>
          <p:cNvSpPr txBox="1"/>
          <p:nvPr/>
        </p:nvSpPr>
        <p:spPr>
          <a:xfrm>
            <a:off x="1275715" y="3021076"/>
            <a:ext cx="334645" cy="7747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4800" b="1" spc="-25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4800" dirty="0">
              <a:latin typeface="Calibri"/>
              <a:cs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B4B4DB4-4AF0-4F38-B622-63035DAE66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13973" y="2239846"/>
            <a:ext cx="5172048" cy="2596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3531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18931" y="4978146"/>
            <a:ext cx="684276" cy="594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15468" y="1035558"/>
            <a:ext cx="1089660" cy="9433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1704595"/>
            <a:ext cx="550164" cy="585215"/>
          </a:xfrm>
          <a:custGeom>
            <a:avLst/>
            <a:gdLst/>
            <a:ahLst/>
            <a:cxnLst/>
            <a:rect l="l" t="t" r="r" b="b"/>
            <a:pathLst>
              <a:path w="550164" h="585215">
                <a:moveTo>
                  <a:pt x="0" y="507832"/>
                </a:moveTo>
                <a:lnTo>
                  <a:pt x="44383" y="585215"/>
                </a:lnTo>
                <a:lnTo>
                  <a:pt x="382333" y="585215"/>
                </a:lnTo>
                <a:lnTo>
                  <a:pt x="550164" y="292607"/>
                </a:lnTo>
                <a:lnTo>
                  <a:pt x="382333" y="0"/>
                </a:lnTo>
                <a:lnTo>
                  <a:pt x="44383" y="0"/>
                </a:lnTo>
                <a:lnTo>
                  <a:pt x="0" y="77383"/>
                </a:lnTo>
              </a:path>
            </a:pathLst>
          </a:custGeom>
          <a:ln w="9144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02920" y="2018538"/>
            <a:ext cx="353567" cy="306324"/>
          </a:xfrm>
          <a:custGeom>
            <a:avLst/>
            <a:gdLst/>
            <a:ahLst/>
            <a:cxnLst/>
            <a:rect l="l" t="t" r="r" b="b"/>
            <a:pathLst>
              <a:path w="353568" h="306324">
                <a:moveTo>
                  <a:pt x="265722" y="0"/>
                </a:moveTo>
                <a:lnTo>
                  <a:pt x="87845" y="0"/>
                </a:lnTo>
                <a:lnTo>
                  <a:pt x="0" y="153162"/>
                </a:lnTo>
                <a:lnTo>
                  <a:pt x="87845" y="306324"/>
                </a:lnTo>
                <a:lnTo>
                  <a:pt x="265722" y="306324"/>
                </a:lnTo>
                <a:lnTo>
                  <a:pt x="353567" y="153162"/>
                </a:lnTo>
                <a:lnTo>
                  <a:pt x="265722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08533" y="857251"/>
            <a:ext cx="673607" cy="452627"/>
          </a:xfrm>
          <a:custGeom>
            <a:avLst/>
            <a:gdLst/>
            <a:ahLst/>
            <a:cxnLst/>
            <a:rect l="l" t="t" r="r" b="b"/>
            <a:pathLst>
              <a:path w="673607" h="452627">
                <a:moveTo>
                  <a:pt x="0" y="160781"/>
                </a:moveTo>
                <a:lnTo>
                  <a:pt x="167386" y="452627"/>
                </a:lnTo>
                <a:lnTo>
                  <a:pt x="506222" y="452627"/>
                </a:lnTo>
                <a:lnTo>
                  <a:pt x="673607" y="160781"/>
                </a:lnTo>
                <a:lnTo>
                  <a:pt x="581393" y="0"/>
                </a:lnTo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08532" y="857251"/>
            <a:ext cx="92214" cy="160781"/>
          </a:xfrm>
          <a:custGeom>
            <a:avLst/>
            <a:gdLst/>
            <a:ahLst/>
            <a:cxnLst/>
            <a:rect l="l" t="t" r="r" b="b"/>
            <a:pathLst>
              <a:path w="92214" h="160781">
                <a:moveTo>
                  <a:pt x="92214" y="0"/>
                </a:moveTo>
                <a:lnTo>
                  <a:pt x="0" y="160781"/>
                </a:lnTo>
              </a:path>
            </a:pathLst>
          </a:custGeom>
          <a:ln w="76199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48411" y="907542"/>
            <a:ext cx="294132" cy="254508"/>
          </a:xfrm>
          <a:custGeom>
            <a:avLst/>
            <a:gdLst/>
            <a:ahLst/>
            <a:cxnLst/>
            <a:rect l="l" t="t" r="r" b="b"/>
            <a:pathLst>
              <a:path w="294131" h="254508">
                <a:moveTo>
                  <a:pt x="221145" y="0"/>
                </a:moveTo>
                <a:lnTo>
                  <a:pt x="72986" y="0"/>
                </a:lnTo>
                <a:lnTo>
                  <a:pt x="0" y="127254"/>
                </a:lnTo>
                <a:lnTo>
                  <a:pt x="72986" y="254508"/>
                </a:lnTo>
                <a:lnTo>
                  <a:pt x="221145" y="254508"/>
                </a:lnTo>
                <a:lnTo>
                  <a:pt x="294132" y="127254"/>
                </a:lnTo>
                <a:lnTo>
                  <a:pt x="221145" y="0"/>
                </a:lnTo>
                <a:close/>
              </a:path>
            </a:pathLst>
          </a:custGeom>
          <a:solidFill>
            <a:srgbClr val="00E0C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763000" y="5578602"/>
            <a:ext cx="381000" cy="234696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0" y="0"/>
                </a:moveTo>
                <a:lnTo>
                  <a:pt x="134620" y="234696"/>
                </a:lnTo>
                <a:lnTo>
                  <a:pt x="38100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763000" y="5343906"/>
            <a:ext cx="381000" cy="234695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381000" y="0"/>
                </a:moveTo>
                <a:lnTo>
                  <a:pt x="134620" y="0"/>
                </a:lnTo>
                <a:lnTo>
                  <a:pt x="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523731" y="5598414"/>
            <a:ext cx="283464" cy="245364"/>
          </a:xfrm>
          <a:custGeom>
            <a:avLst/>
            <a:gdLst/>
            <a:ahLst/>
            <a:cxnLst/>
            <a:rect l="l" t="t" r="r" b="b"/>
            <a:pathLst>
              <a:path w="283464" h="245363">
                <a:moveTo>
                  <a:pt x="213106" y="0"/>
                </a:moveTo>
                <a:lnTo>
                  <a:pt x="70358" y="0"/>
                </a:lnTo>
                <a:lnTo>
                  <a:pt x="0" y="122682"/>
                </a:lnTo>
                <a:lnTo>
                  <a:pt x="70358" y="245364"/>
                </a:lnTo>
                <a:lnTo>
                  <a:pt x="213106" y="245364"/>
                </a:lnTo>
                <a:lnTo>
                  <a:pt x="283464" y="122682"/>
                </a:lnTo>
                <a:lnTo>
                  <a:pt x="213106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322565" y="4485894"/>
            <a:ext cx="542543" cy="469392"/>
          </a:xfrm>
          <a:custGeom>
            <a:avLst/>
            <a:gdLst/>
            <a:ahLst/>
            <a:cxnLst/>
            <a:rect l="l" t="t" r="r" b="b"/>
            <a:pathLst>
              <a:path w="542543" h="469392">
                <a:moveTo>
                  <a:pt x="407924" y="0"/>
                </a:moveTo>
                <a:lnTo>
                  <a:pt x="134619" y="0"/>
                </a:lnTo>
                <a:lnTo>
                  <a:pt x="0" y="234695"/>
                </a:lnTo>
                <a:lnTo>
                  <a:pt x="134619" y="469391"/>
                </a:lnTo>
                <a:lnTo>
                  <a:pt x="407924" y="469391"/>
                </a:lnTo>
                <a:lnTo>
                  <a:pt x="542543" y="234695"/>
                </a:lnTo>
                <a:lnTo>
                  <a:pt x="407924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763761" y="4867655"/>
            <a:ext cx="237744" cy="205740"/>
          </a:xfrm>
          <a:custGeom>
            <a:avLst/>
            <a:gdLst/>
            <a:ahLst/>
            <a:cxnLst/>
            <a:rect l="l" t="t" r="r" b="b"/>
            <a:pathLst>
              <a:path w="237744" h="205739">
                <a:moveTo>
                  <a:pt x="0" y="102870"/>
                </a:moveTo>
                <a:lnTo>
                  <a:pt x="59055" y="205740"/>
                </a:lnTo>
                <a:lnTo>
                  <a:pt x="178689" y="205740"/>
                </a:lnTo>
                <a:lnTo>
                  <a:pt x="237744" y="102870"/>
                </a:lnTo>
                <a:lnTo>
                  <a:pt x="178689" y="0"/>
                </a:lnTo>
                <a:lnTo>
                  <a:pt x="59055" y="0"/>
                </a:lnTo>
                <a:lnTo>
                  <a:pt x="0" y="102870"/>
                </a:lnTo>
                <a:close/>
              </a:path>
            </a:pathLst>
          </a:custGeom>
          <a:ln w="19811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09827" y="1533905"/>
            <a:ext cx="2142744" cy="18562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232150" y="1996821"/>
            <a:ext cx="3932138" cy="12833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8000" b="1" dirty="0">
                <a:solidFill>
                  <a:srgbClr val="002060"/>
                </a:solidFill>
                <a:latin typeface="Calibri"/>
                <a:cs typeface="Calibri"/>
              </a:rPr>
              <a:t>Gracias</a:t>
            </a:r>
          </a:p>
        </p:txBody>
      </p:sp>
      <p:sp>
        <p:nvSpPr>
          <p:cNvPr id="16" name="object 16"/>
          <p:cNvSpPr/>
          <p:nvPr/>
        </p:nvSpPr>
        <p:spPr>
          <a:xfrm>
            <a:off x="1591055" y="2070353"/>
            <a:ext cx="780288" cy="778764"/>
          </a:xfrm>
          <a:custGeom>
            <a:avLst/>
            <a:gdLst/>
            <a:ahLst/>
            <a:cxnLst/>
            <a:rect l="l" t="t" r="r" b="b"/>
            <a:pathLst>
              <a:path w="780288" h="778764">
                <a:moveTo>
                  <a:pt x="410082" y="0"/>
                </a:moveTo>
                <a:lnTo>
                  <a:pt x="370205" y="0"/>
                </a:lnTo>
                <a:lnTo>
                  <a:pt x="311657" y="7493"/>
                </a:lnTo>
                <a:lnTo>
                  <a:pt x="274193" y="17525"/>
                </a:lnTo>
                <a:lnTo>
                  <a:pt x="255524" y="23622"/>
                </a:lnTo>
                <a:lnTo>
                  <a:pt x="220599" y="38608"/>
                </a:lnTo>
                <a:lnTo>
                  <a:pt x="204469" y="47371"/>
                </a:lnTo>
                <a:lnTo>
                  <a:pt x="188213" y="56007"/>
                </a:lnTo>
                <a:lnTo>
                  <a:pt x="142112" y="88392"/>
                </a:lnTo>
                <a:lnTo>
                  <a:pt x="100964" y="128143"/>
                </a:lnTo>
                <a:lnTo>
                  <a:pt x="66039" y="171704"/>
                </a:lnTo>
                <a:lnTo>
                  <a:pt x="38735" y="220218"/>
                </a:lnTo>
                <a:lnTo>
                  <a:pt x="17399" y="273685"/>
                </a:lnTo>
                <a:lnTo>
                  <a:pt x="7493" y="311023"/>
                </a:lnTo>
                <a:lnTo>
                  <a:pt x="2540" y="349631"/>
                </a:lnTo>
                <a:lnTo>
                  <a:pt x="0" y="369570"/>
                </a:lnTo>
                <a:lnTo>
                  <a:pt x="0" y="409321"/>
                </a:lnTo>
                <a:lnTo>
                  <a:pt x="2540" y="429260"/>
                </a:lnTo>
                <a:lnTo>
                  <a:pt x="4953" y="449072"/>
                </a:lnTo>
                <a:lnTo>
                  <a:pt x="17399" y="505079"/>
                </a:lnTo>
                <a:lnTo>
                  <a:pt x="38735" y="558546"/>
                </a:lnTo>
                <a:lnTo>
                  <a:pt x="66039" y="607060"/>
                </a:lnTo>
                <a:lnTo>
                  <a:pt x="100964" y="650621"/>
                </a:lnTo>
                <a:lnTo>
                  <a:pt x="128396" y="677926"/>
                </a:lnTo>
                <a:lnTo>
                  <a:pt x="172085" y="712851"/>
                </a:lnTo>
                <a:lnTo>
                  <a:pt x="220599" y="740156"/>
                </a:lnTo>
                <a:lnTo>
                  <a:pt x="274193" y="761365"/>
                </a:lnTo>
                <a:lnTo>
                  <a:pt x="311657" y="771271"/>
                </a:lnTo>
                <a:lnTo>
                  <a:pt x="370205" y="778764"/>
                </a:lnTo>
                <a:lnTo>
                  <a:pt x="410082" y="778764"/>
                </a:lnTo>
                <a:lnTo>
                  <a:pt x="449961" y="773811"/>
                </a:lnTo>
                <a:lnTo>
                  <a:pt x="506094" y="761365"/>
                </a:lnTo>
                <a:lnTo>
                  <a:pt x="559562" y="740156"/>
                </a:lnTo>
                <a:lnTo>
                  <a:pt x="608202" y="712851"/>
                </a:lnTo>
                <a:lnTo>
                  <a:pt x="651891" y="677926"/>
                </a:lnTo>
                <a:lnTo>
                  <a:pt x="679323" y="650621"/>
                </a:lnTo>
                <a:lnTo>
                  <a:pt x="682664" y="646938"/>
                </a:lnTo>
                <a:lnTo>
                  <a:pt x="390144" y="646938"/>
                </a:lnTo>
                <a:lnTo>
                  <a:pt x="361442" y="645668"/>
                </a:lnTo>
                <a:lnTo>
                  <a:pt x="306705" y="634492"/>
                </a:lnTo>
                <a:lnTo>
                  <a:pt x="254254" y="613283"/>
                </a:lnTo>
                <a:lnTo>
                  <a:pt x="206882" y="582168"/>
                </a:lnTo>
                <a:lnTo>
                  <a:pt x="183261" y="558546"/>
                </a:lnTo>
                <a:lnTo>
                  <a:pt x="180720" y="554863"/>
                </a:lnTo>
                <a:lnTo>
                  <a:pt x="179450" y="549910"/>
                </a:lnTo>
                <a:lnTo>
                  <a:pt x="178307" y="544830"/>
                </a:lnTo>
                <a:lnTo>
                  <a:pt x="179450" y="541147"/>
                </a:lnTo>
                <a:lnTo>
                  <a:pt x="180720" y="536194"/>
                </a:lnTo>
                <a:lnTo>
                  <a:pt x="203200" y="520065"/>
                </a:lnTo>
                <a:lnTo>
                  <a:pt x="757766" y="520065"/>
                </a:lnTo>
                <a:lnTo>
                  <a:pt x="762762" y="505079"/>
                </a:lnTo>
                <a:lnTo>
                  <a:pt x="767842" y="486410"/>
                </a:lnTo>
                <a:lnTo>
                  <a:pt x="772794" y="467741"/>
                </a:lnTo>
                <a:lnTo>
                  <a:pt x="775335" y="449072"/>
                </a:lnTo>
                <a:lnTo>
                  <a:pt x="775938" y="444119"/>
                </a:lnTo>
                <a:lnTo>
                  <a:pt x="230631" y="444119"/>
                </a:lnTo>
                <a:lnTo>
                  <a:pt x="221869" y="442849"/>
                </a:lnTo>
                <a:lnTo>
                  <a:pt x="189483" y="414274"/>
                </a:lnTo>
                <a:lnTo>
                  <a:pt x="185800" y="395605"/>
                </a:lnTo>
                <a:lnTo>
                  <a:pt x="186944" y="385699"/>
                </a:lnTo>
                <a:lnTo>
                  <a:pt x="213106" y="350774"/>
                </a:lnTo>
                <a:lnTo>
                  <a:pt x="230631" y="347091"/>
                </a:lnTo>
                <a:lnTo>
                  <a:pt x="777440" y="347091"/>
                </a:lnTo>
                <a:lnTo>
                  <a:pt x="775335" y="329692"/>
                </a:lnTo>
                <a:lnTo>
                  <a:pt x="762762" y="273685"/>
                </a:lnTo>
                <a:lnTo>
                  <a:pt x="741552" y="220218"/>
                </a:lnTo>
                <a:lnTo>
                  <a:pt x="714248" y="171704"/>
                </a:lnTo>
                <a:lnTo>
                  <a:pt x="679323" y="128143"/>
                </a:lnTo>
                <a:lnTo>
                  <a:pt x="651891" y="100837"/>
                </a:lnTo>
                <a:lnTo>
                  <a:pt x="608202" y="65912"/>
                </a:lnTo>
                <a:lnTo>
                  <a:pt x="559562" y="38608"/>
                </a:lnTo>
                <a:lnTo>
                  <a:pt x="506094" y="17525"/>
                </a:lnTo>
                <a:lnTo>
                  <a:pt x="468630" y="7493"/>
                </a:lnTo>
                <a:lnTo>
                  <a:pt x="410082" y="0"/>
                </a:lnTo>
                <a:close/>
              </a:path>
              <a:path w="780288" h="778764">
                <a:moveTo>
                  <a:pt x="757766" y="520065"/>
                </a:moveTo>
                <a:lnTo>
                  <a:pt x="577088" y="520065"/>
                </a:lnTo>
                <a:lnTo>
                  <a:pt x="582041" y="521208"/>
                </a:lnTo>
                <a:lnTo>
                  <a:pt x="585851" y="522478"/>
                </a:lnTo>
                <a:lnTo>
                  <a:pt x="600710" y="541147"/>
                </a:lnTo>
                <a:lnTo>
                  <a:pt x="601980" y="544830"/>
                </a:lnTo>
                <a:lnTo>
                  <a:pt x="600710" y="549910"/>
                </a:lnTo>
                <a:lnTo>
                  <a:pt x="599567" y="554863"/>
                </a:lnTo>
                <a:lnTo>
                  <a:pt x="597026" y="558546"/>
                </a:lnTo>
                <a:lnTo>
                  <a:pt x="550926" y="599694"/>
                </a:lnTo>
                <a:lnTo>
                  <a:pt x="501142" y="625729"/>
                </a:lnTo>
                <a:lnTo>
                  <a:pt x="447420" y="641858"/>
                </a:lnTo>
                <a:lnTo>
                  <a:pt x="390144" y="646938"/>
                </a:lnTo>
                <a:lnTo>
                  <a:pt x="682664" y="646938"/>
                </a:lnTo>
                <a:lnTo>
                  <a:pt x="714248" y="607060"/>
                </a:lnTo>
                <a:lnTo>
                  <a:pt x="741552" y="558546"/>
                </a:lnTo>
                <a:lnTo>
                  <a:pt x="756538" y="523748"/>
                </a:lnTo>
                <a:lnTo>
                  <a:pt x="757766" y="520065"/>
                </a:lnTo>
                <a:close/>
              </a:path>
              <a:path w="780288" h="778764">
                <a:moveTo>
                  <a:pt x="577088" y="520065"/>
                </a:moveTo>
                <a:lnTo>
                  <a:pt x="203200" y="520065"/>
                </a:lnTo>
                <a:lnTo>
                  <a:pt x="208152" y="521208"/>
                </a:lnTo>
                <a:lnTo>
                  <a:pt x="213106" y="522478"/>
                </a:lnTo>
                <a:lnTo>
                  <a:pt x="216916" y="525018"/>
                </a:lnTo>
                <a:lnTo>
                  <a:pt x="220599" y="527431"/>
                </a:lnTo>
                <a:lnTo>
                  <a:pt x="239394" y="543687"/>
                </a:lnTo>
                <a:lnTo>
                  <a:pt x="278002" y="569849"/>
                </a:lnTo>
                <a:lnTo>
                  <a:pt x="320294" y="587248"/>
                </a:lnTo>
                <a:lnTo>
                  <a:pt x="366521" y="595884"/>
                </a:lnTo>
                <a:lnTo>
                  <a:pt x="390144" y="597154"/>
                </a:lnTo>
                <a:lnTo>
                  <a:pt x="413766" y="595884"/>
                </a:lnTo>
                <a:lnTo>
                  <a:pt x="459994" y="587248"/>
                </a:lnTo>
                <a:lnTo>
                  <a:pt x="502285" y="569849"/>
                </a:lnTo>
                <a:lnTo>
                  <a:pt x="540893" y="543687"/>
                </a:lnTo>
                <a:lnTo>
                  <a:pt x="559562" y="527431"/>
                </a:lnTo>
                <a:lnTo>
                  <a:pt x="563371" y="525018"/>
                </a:lnTo>
                <a:lnTo>
                  <a:pt x="567182" y="522478"/>
                </a:lnTo>
                <a:lnTo>
                  <a:pt x="572135" y="521208"/>
                </a:lnTo>
                <a:lnTo>
                  <a:pt x="577088" y="520065"/>
                </a:lnTo>
                <a:close/>
              </a:path>
              <a:path w="780288" h="778764">
                <a:moveTo>
                  <a:pt x="549656" y="347091"/>
                </a:moveTo>
                <a:lnTo>
                  <a:pt x="230631" y="347091"/>
                </a:lnTo>
                <a:lnTo>
                  <a:pt x="239394" y="348361"/>
                </a:lnTo>
                <a:lnTo>
                  <a:pt x="248031" y="350774"/>
                </a:lnTo>
                <a:lnTo>
                  <a:pt x="255524" y="355854"/>
                </a:lnTo>
                <a:lnTo>
                  <a:pt x="263017" y="360807"/>
                </a:lnTo>
                <a:lnTo>
                  <a:pt x="267969" y="368300"/>
                </a:lnTo>
                <a:lnTo>
                  <a:pt x="271780" y="376936"/>
                </a:lnTo>
                <a:lnTo>
                  <a:pt x="274193" y="385699"/>
                </a:lnTo>
                <a:lnTo>
                  <a:pt x="275463" y="395605"/>
                </a:lnTo>
                <a:lnTo>
                  <a:pt x="274193" y="405638"/>
                </a:lnTo>
                <a:lnTo>
                  <a:pt x="248031" y="440436"/>
                </a:lnTo>
                <a:lnTo>
                  <a:pt x="230631" y="444119"/>
                </a:lnTo>
                <a:lnTo>
                  <a:pt x="549656" y="444119"/>
                </a:lnTo>
                <a:lnTo>
                  <a:pt x="512318" y="423037"/>
                </a:lnTo>
                <a:lnTo>
                  <a:pt x="504825" y="395605"/>
                </a:lnTo>
                <a:lnTo>
                  <a:pt x="506094" y="385699"/>
                </a:lnTo>
                <a:lnTo>
                  <a:pt x="508507" y="376936"/>
                </a:lnTo>
                <a:lnTo>
                  <a:pt x="512318" y="368300"/>
                </a:lnTo>
                <a:lnTo>
                  <a:pt x="517270" y="360807"/>
                </a:lnTo>
                <a:lnTo>
                  <a:pt x="524763" y="355854"/>
                </a:lnTo>
                <a:lnTo>
                  <a:pt x="532257" y="350774"/>
                </a:lnTo>
                <a:lnTo>
                  <a:pt x="540893" y="348361"/>
                </a:lnTo>
                <a:lnTo>
                  <a:pt x="549656" y="347091"/>
                </a:lnTo>
                <a:close/>
              </a:path>
              <a:path w="780288" h="778764">
                <a:moveTo>
                  <a:pt x="777440" y="347091"/>
                </a:moveTo>
                <a:lnTo>
                  <a:pt x="549656" y="347091"/>
                </a:lnTo>
                <a:lnTo>
                  <a:pt x="558419" y="348361"/>
                </a:lnTo>
                <a:lnTo>
                  <a:pt x="567182" y="350774"/>
                </a:lnTo>
                <a:lnTo>
                  <a:pt x="593344" y="385699"/>
                </a:lnTo>
                <a:lnTo>
                  <a:pt x="594487" y="395605"/>
                </a:lnTo>
                <a:lnTo>
                  <a:pt x="593344" y="405638"/>
                </a:lnTo>
                <a:lnTo>
                  <a:pt x="567182" y="440436"/>
                </a:lnTo>
                <a:lnTo>
                  <a:pt x="549656" y="444119"/>
                </a:lnTo>
                <a:lnTo>
                  <a:pt x="775938" y="444119"/>
                </a:lnTo>
                <a:lnTo>
                  <a:pt x="777748" y="429260"/>
                </a:lnTo>
                <a:lnTo>
                  <a:pt x="780288" y="409321"/>
                </a:lnTo>
                <a:lnTo>
                  <a:pt x="780288" y="369570"/>
                </a:lnTo>
                <a:lnTo>
                  <a:pt x="777748" y="349631"/>
                </a:lnTo>
                <a:lnTo>
                  <a:pt x="777440" y="3470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2902</TotalTime>
  <Words>521</Words>
  <Application>Microsoft Office PowerPoint</Application>
  <PresentationFormat>Presentación en pantalla (4:3)</PresentationFormat>
  <Paragraphs>62</Paragraphs>
  <Slides>15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Arial</vt:lpstr>
      <vt:lpstr>Calibri</vt:lpstr>
      <vt:lpstr>Dom Casual</vt:lpstr>
      <vt:lpstr>Wingdings</vt:lpstr>
      <vt:lpstr>Tema de Office</vt:lpstr>
      <vt:lpstr>Presentación de PowerPoint</vt:lpstr>
      <vt:lpstr>FOR</vt:lpstr>
      <vt:lpstr>FOR</vt:lpstr>
      <vt:lpstr>Estructura del for for (max_value)</vt:lpstr>
      <vt:lpstr>Presentación de PowerPoint</vt:lpstr>
      <vt:lpstr>Presentación de PowerPoint</vt:lpstr>
      <vt:lpstr>Estructura del for for (min_value, max_value)</vt:lpstr>
      <vt:lpstr>Presentación de PowerPoint</vt:lpstr>
      <vt:lpstr>Presentación de PowerPoint</vt:lpstr>
      <vt:lpstr>Estructura del for for (min_value, max_value, num) </vt:lpstr>
      <vt:lpstr>Presentación de PowerPoint</vt:lpstr>
      <vt:lpstr>Estructura del for for (max_value, min_value, -num) 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TC1017  Solución de problemas con programación</dc:title>
  <dc:creator>profesor</dc:creator>
  <cp:lastModifiedBy>Lizethe Pérez Fuertes</cp:lastModifiedBy>
  <cp:revision>81</cp:revision>
  <dcterms:created xsi:type="dcterms:W3CDTF">2013-06-25T15:25:55Z</dcterms:created>
  <dcterms:modified xsi:type="dcterms:W3CDTF">2026-08-11T16:39:25Z</dcterms:modified>
</cp:coreProperties>
</file>