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93" r:id="rId2"/>
    <p:sldId id="646" r:id="rId3"/>
    <p:sldId id="647" r:id="rId4"/>
    <p:sldId id="648" r:id="rId5"/>
    <p:sldId id="649" r:id="rId6"/>
    <p:sldId id="650" r:id="rId7"/>
    <p:sldId id="602" r:id="rId8"/>
    <p:sldId id="603" r:id="rId9"/>
    <p:sldId id="600" r:id="rId10"/>
    <p:sldId id="605" r:id="rId11"/>
    <p:sldId id="606" r:id="rId12"/>
    <p:sldId id="282" r:id="rId13"/>
  </p:sldIdLst>
  <p:sldSz cx="9144000" cy="6858000" type="screen4x3"/>
  <p:notesSz cx="6858000" cy="9144000"/>
  <p:defaultTextStyle>
    <a:defPPr>
      <a:defRPr lang="es-MX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C0066"/>
    <a:srgbClr val="D60093"/>
    <a:srgbClr val="3333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FB7CB99-A9C5-4804-9ED1-57B441F8353C}" v="1" dt="2026-09-03T16:27:55.84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6688" autoAdjust="0"/>
    <p:restoredTop sz="94660"/>
  </p:normalViewPr>
  <p:slideViewPr>
    <p:cSldViewPr>
      <p:cViewPr varScale="1">
        <p:scale>
          <a:sx n="120" d="100"/>
          <a:sy n="120" d="100"/>
        </p:scale>
        <p:origin x="1776" y="10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7596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izethe Pérez Fuertes" userId="4ae9ef87-2a7d-42f8-8dfa-0a501a9e2ff4" providerId="ADAL" clId="{FDDD45CB-1330-4033-A842-3D2746AFF7C7}"/>
    <pc:docChg chg="undo custSel addSld delSld modSld">
      <pc:chgData name="Lizethe Pérez Fuertes" userId="4ae9ef87-2a7d-42f8-8dfa-0a501a9e2ff4" providerId="ADAL" clId="{FDDD45CB-1330-4033-A842-3D2746AFF7C7}" dt="2026-09-03T16:28:15.263" v="326" actId="6549"/>
      <pc:docMkLst>
        <pc:docMk/>
      </pc:docMkLst>
      <pc:sldChg chg="modSp">
        <pc:chgData name="Lizethe Pérez Fuertes" userId="4ae9ef87-2a7d-42f8-8dfa-0a501a9e2ff4" providerId="ADAL" clId="{FDDD45CB-1330-4033-A842-3D2746AFF7C7}" dt="2026-08-11T16:31:04.380" v="196"/>
        <pc:sldMkLst>
          <pc:docMk/>
          <pc:sldMk cId="542782376" sldId="293"/>
        </pc:sldMkLst>
        <pc:spChg chg="mod">
          <ac:chgData name="Lizethe Pérez Fuertes" userId="4ae9ef87-2a7d-42f8-8dfa-0a501a9e2ff4" providerId="ADAL" clId="{FDDD45CB-1330-4033-A842-3D2746AFF7C7}" dt="2026-08-11T16:31:04.380" v="196"/>
          <ac:spMkLst>
            <pc:docMk/>
            <pc:sldMk cId="542782376" sldId="293"/>
            <ac:spMk id="2" creationId="{00000000-0000-0000-0000-000000000000}"/>
          </ac:spMkLst>
        </pc:spChg>
      </pc:sldChg>
      <pc:sldChg chg="modSp">
        <pc:chgData name="Lizethe Pérez Fuertes" userId="4ae9ef87-2a7d-42f8-8dfa-0a501a9e2ff4" providerId="ADAL" clId="{FDDD45CB-1330-4033-A842-3D2746AFF7C7}" dt="2026-09-03T16:27:55.849" v="318"/>
        <pc:sldMkLst>
          <pc:docMk/>
          <pc:sldMk cId="2179863281" sldId="600"/>
        </pc:sldMkLst>
        <pc:spChg chg="mod">
          <ac:chgData name="Lizethe Pérez Fuertes" userId="4ae9ef87-2a7d-42f8-8dfa-0a501a9e2ff4" providerId="ADAL" clId="{FDDD45CB-1330-4033-A842-3D2746AFF7C7}" dt="2026-09-03T16:27:55.849" v="318"/>
          <ac:spMkLst>
            <pc:docMk/>
            <pc:sldMk cId="2179863281" sldId="600"/>
            <ac:spMk id="4" creationId="{7CE40F4F-E91D-42FD-B661-EAA8BC18ABC8}"/>
          </ac:spMkLst>
        </pc:spChg>
      </pc:sldChg>
      <pc:sldChg chg="modSp mod">
        <pc:chgData name="Lizethe Pérez Fuertes" userId="4ae9ef87-2a7d-42f8-8dfa-0a501a9e2ff4" providerId="ADAL" clId="{FDDD45CB-1330-4033-A842-3D2746AFF7C7}" dt="2026-09-03T16:28:15.263" v="326" actId="6549"/>
        <pc:sldMkLst>
          <pc:docMk/>
          <pc:sldMk cId="1674379023" sldId="602"/>
        </pc:sldMkLst>
        <pc:spChg chg="mod">
          <ac:chgData name="Lizethe Pérez Fuertes" userId="4ae9ef87-2a7d-42f8-8dfa-0a501a9e2ff4" providerId="ADAL" clId="{FDDD45CB-1330-4033-A842-3D2746AFF7C7}" dt="2026-09-03T16:27:05.357" v="307" actId="6549"/>
          <ac:spMkLst>
            <pc:docMk/>
            <pc:sldMk cId="1674379023" sldId="602"/>
            <ac:spMk id="4" creationId="{7CE40F4F-E91D-42FD-B661-EAA8BC18ABC8}"/>
          </ac:spMkLst>
        </pc:spChg>
        <pc:spChg chg="mod">
          <ac:chgData name="Lizethe Pérez Fuertes" userId="4ae9ef87-2a7d-42f8-8dfa-0a501a9e2ff4" providerId="ADAL" clId="{FDDD45CB-1330-4033-A842-3D2746AFF7C7}" dt="2026-09-03T16:28:15.263" v="326" actId="6549"/>
          <ac:spMkLst>
            <pc:docMk/>
            <pc:sldMk cId="1674379023" sldId="602"/>
            <ac:spMk id="9" creationId="{1F896577-4B60-4BA6-A121-97638A434181}"/>
          </ac:spMkLst>
        </pc:spChg>
      </pc:sldChg>
      <pc:sldChg chg="modSp mod">
        <pc:chgData name="Lizethe Pérez Fuertes" userId="4ae9ef87-2a7d-42f8-8dfa-0a501a9e2ff4" providerId="ADAL" clId="{FDDD45CB-1330-4033-A842-3D2746AFF7C7}" dt="2026-09-03T16:27:17.202" v="317" actId="6549"/>
        <pc:sldMkLst>
          <pc:docMk/>
          <pc:sldMk cId="3059498909" sldId="603"/>
        </pc:sldMkLst>
        <pc:spChg chg="mod">
          <ac:chgData name="Lizethe Pérez Fuertes" userId="4ae9ef87-2a7d-42f8-8dfa-0a501a9e2ff4" providerId="ADAL" clId="{FDDD45CB-1330-4033-A842-3D2746AFF7C7}" dt="2026-09-03T16:27:17.202" v="317" actId="6549"/>
          <ac:spMkLst>
            <pc:docMk/>
            <pc:sldMk cId="3059498909" sldId="603"/>
            <ac:spMk id="4" creationId="{7CE40F4F-E91D-42FD-B661-EAA8BC18ABC8}"/>
          </ac:spMkLst>
        </pc:spChg>
      </pc:sldChg>
      <pc:sldChg chg="modSp">
        <pc:chgData name="Lizethe Pérez Fuertes" userId="4ae9ef87-2a7d-42f8-8dfa-0a501a9e2ff4" providerId="ADAL" clId="{FDDD45CB-1330-4033-A842-3D2746AFF7C7}" dt="2026-09-03T16:27:55.849" v="318"/>
        <pc:sldMkLst>
          <pc:docMk/>
          <pc:sldMk cId="3978711830" sldId="605"/>
        </pc:sldMkLst>
        <pc:spChg chg="mod">
          <ac:chgData name="Lizethe Pérez Fuertes" userId="4ae9ef87-2a7d-42f8-8dfa-0a501a9e2ff4" providerId="ADAL" clId="{FDDD45CB-1330-4033-A842-3D2746AFF7C7}" dt="2026-09-03T16:27:55.849" v="318"/>
          <ac:spMkLst>
            <pc:docMk/>
            <pc:sldMk cId="3978711830" sldId="605"/>
            <ac:spMk id="4" creationId="{7CE40F4F-E91D-42FD-B661-EAA8BC18ABC8}"/>
          </ac:spMkLst>
        </pc:spChg>
      </pc:sldChg>
      <pc:sldChg chg="modSp mod">
        <pc:chgData name="Lizethe Pérez Fuertes" userId="4ae9ef87-2a7d-42f8-8dfa-0a501a9e2ff4" providerId="ADAL" clId="{FDDD45CB-1330-4033-A842-3D2746AFF7C7}" dt="2026-09-03T16:23:19.561" v="227" actId="6549"/>
        <pc:sldMkLst>
          <pc:docMk/>
          <pc:sldMk cId="3312662471" sldId="646"/>
        </pc:sldMkLst>
        <pc:spChg chg="mod">
          <ac:chgData name="Lizethe Pérez Fuertes" userId="4ae9ef87-2a7d-42f8-8dfa-0a501a9e2ff4" providerId="ADAL" clId="{FDDD45CB-1330-4033-A842-3D2746AFF7C7}" dt="2026-09-03T16:23:08.486" v="207" actId="6549"/>
          <ac:spMkLst>
            <pc:docMk/>
            <pc:sldMk cId="3312662471" sldId="646"/>
            <ac:spMk id="6" creationId="{08912013-0DAA-4E2F-81D3-4CE3B7140A06}"/>
          </ac:spMkLst>
        </pc:spChg>
        <pc:spChg chg="mod">
          <ac:chgData name="Lizethe Pérez Fuertes" userId="4ae9ef87-2a7d-42f8-8dfa-0a501a9e2ff4" providerId="ADAL" clId="{FDDD45CB-1330-4033-A842-3D2746AFF7C7}" dt="2026-09-03T16:23:19.561" v="227" actId="6549"/>
          <ac:spMkLst>
            <pc:docMk/>
            <pc:sldMk cId="3312662471" sldId="646"/>
            <ac:spMk id="8" creationId="{36965C09-729F-4A40-B173-C14D1DCB7A9A}"/>
          </ac:spMkLst>
        </pc:spChg>
      </pc:sldChg>
      <pc:sldChg chg="modSp mod">
        <pc:chgData name="Lizethe Pérez Fuertes" userId="4ae9ef87-2a7d-42f8-8dfa-0a501a9e2ff4" providerId="ADAL" clId="{FDDD45CB-1330-4033-A842-3D2746AFF7C7}" dt="2026-09-03T16:27:55.849" v="318"/>
        <pc:sldMkLst>
          <pc:docMk/>
          <pc:sldMk cId="2206757477" sldId="647"/>
        </pc:sldMkLst>
        <pc:spChg chg="mod">
          <ac:chgData name="Lizethe Pérez Fuertes" userId="4ae9ef87-2a7d-42f8-8dfa-0a501a9e2ff4" providerId="ADAL" clId="{FDDD45CB-1330-4033-A842-3D2746AFF7C7}" dt="2026-09-03T16:27:55.849" v="318"/>
          <ac:spMkLst>
            <pc:docMk/>
            <pc:sldMk cId="2206757477" sldId="647"/>
            <ac:spMk id="4" creationId="{64E5AC4F-F553-1E7D-56B9-35DB015E2DE7}"/>
          </ac:spMkLst>
        </pc:spChg>
        <pc:spChg chg="mod">
          <ac:chgData name="Lizethe Pérez Fuertes" userId="4ae9ef87-2a7d-42f8-8dfa-0a501a9e2ff4" providerId="ADAL" clId="{FDDD45CB-1330-4033-A842-3D2746AFF7C7}" dt="2026-09-03T16:23:45.798" v="243" actId="6549"/>
          <ac:spMkLst>
            <pc:docMk/>
            <pc:sldMk cId="2206757477" sldId="647"/>
            <ac:spMk id="6" creationId="{55B72C59-3D23-DBA3-3DD7-4B14E3DFE15C}"/>
          </ac:spMkLst>
        </pc:spChg>
        <pc:spChg chg="mod">
          <ac:chgData name="Lizethe Pérez Fuertes" userId="4ae9ef87-2a7d-42f8-8dfa-0a501a9e2ff4" providerId="ADAL" clId="{FDDD45CB-1330-4033-A842-3D2746AFF7C7}" dt="2026-09-03T16:24:03.745" v="277" actId="6549"/>
          <ac:spMkLst>
            <pc:docMk/>
            <pc:sldMk cId="2206757477" sldId="647"/>
            <ac:spMk id="8" creationId="{6F59E072-939F-134B-44DE-F9F6F5A68348}"/>
          </ac:spMkLst>
        </pc:spChg>
      </pc:sldChg>
      <pc:sldChg chg="modSp mod">
        <pc:chgData name="Lizethe Pérez Fuertes" userId="4ae9ef87-2a7d-42f8-8dfa-0a501a9e2ff4" providerId="ADAL" clId="{FDDD45CB-1330-4033-A842-3D2746AFF7C7}" dt="2026-09-03T16:26:48.813" v="287" actId="6549"/>
        <pc:sldMkLst>
          <pc:docMk/>
          <pc:sldMk cId="712346558" sldId="649"/>
        </pc:sldMkLst>
        <pc:spChg chg="mod">
          <ac:chgData name="Lizethe Pérez Fuertes" userId="4ae9ef87-2a7d-42f8-8dfa-0a501a9e2ff4" providerId="ADAL" clId="{FDDD45CB-1330-4033-A842-3D2746AFF7C7}" dt="2026-09-03T16:26:48.813" v="287" actId="6549"/>
          <ac:spMkLst>
            <pc:docMk/>
            <pc:sldMk cId="712346558" sldId="649"/>
            <ac:spMk id="4" creationId="{52600C6A-A4CE-782C-1E7B-1F867FBDC852}"/>
          </ac:spMkLst>
        </pc:spChg>
        <pc:picChg chg="mod">
          <ac:chgData name="Lizethe Pérez Fuertes" userId="4ae9ef87-2a7d-42f8-8dfa-0a501a9e2ff4" providerId="ADAL" clId="{FDDD45CB-1330-4033-A842-3D2746AFF7C7}" dt="2026-08-28T21:17:00.179" v="197" actId="1076"/>
          <ac:picMkLst>
            <pc:docMk/>
            <pc:sldMk cId="712346558" sldId="649"/>
            <ac:picMk id="6" creationId="{9D373540-466E-D9F9-F3FA-1460FE691F98}"/>
          </ac:picMkLst>
        </pc:picChg>
      </pc:sldChg>
      <pc:sldChg chg="modSp mod">
        <pc:chgData name="Lizethe Pérez Fuertes" userId="4ae9ef87-2a7d-42f8-8dfa-0a501a9e2ff4" providerId="ADAL" clId="{FDDD45CB-1330-4033-A842-3D2746AFF7C7}" dt="2026-09-03T16:26:57.261" v="297" actId="6549"/>
        <pc:sldMkLst>
          <pc:docMk/>
          <pc:sldMk cId="2485710823" sldId="650"/>
        </pc:sldMkLst>
        <pc:spChg chg="mod">
          <ac:chgData name="Lizethe Pérez Fuertes" userId="4ae9ef87-2a7d-42f8-8dfa-0a501a9e2ff4" providerId="ADAL" clId="{FDDD45CB-1330-4033-A842-3D2746AFF7C7}" dt="2026-09-03T16:26:57.261" v="297" actId="6549"/>
          <ac:spMkLst>
            <pc:docMk/>
            <pc:sldMk cId="2485710823" sldId="650"/>
            <ac:spMk id="4" creationId="{DBE63BE9-3012-EA71-30D0-9910634A8C1E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encabezado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MX" dirty="0"/>
          </a:p>
        </p:txBody>
      </p:sp>
      <p:sp>
        <p:nvSpPr>
          <p:cNvPr id="3" name="2 Marcador de fecha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DE721D5-655F-45D2-B717-3C4CD78C8568}" type="datetimeFigureOut">
              <a:rPr lang="es-MX" smtClean="0"/>
              <a:t>03/09/2026</a:t>
            </a:fld>
            <a:endParaRPr lang="es-MX" dirty="0"/>
          </a:p>
        </p:txBody>
      </p:sp>
      <p:sp>
        <p:nvSpPr>
          <p:cNvPr id="4" name="3 Marcador de imagen de diapositiva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MX" dirty="0"/>
          </a:p>
        </p:txBody>
      </p:sp>
      <p:sp>
        <p:nvSpPr>
          <p:cNvPr id="5" name="4 Marcador de notas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MX" dirty="0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AB4312-99A1-4CE9-ACE7-4C62E9FD90EE}" type="slidenum">
              <a:rPr lang="es-MX" smtClean="0"/>
              <a:t>‹Nº›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0059651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2 Subtítulo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"/>
              <a:t>Haga clic para modificar el estilo de subtítulo del patrón</a:t>
            </a:r>
            <a:endParaRPr lang="es-MX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F3E716-CACC-4490-AD07-F24B6A68DE47}" type="datetimeFigureOut">
              <a:rPr lang="es-MX" smtClean="0"/>
              <a:t>03/09/2026</a:t>
            </a:fld>
            <a:endParaRPr lang="es-MX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A58D3C-5A37-463D-B2C9-8DF65AE0B01C}" type="slidenum">
              <a:rPr lang="es-MX" smtClean="0"/>
              <a:t>‹Nº›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24216482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F3E716-CACC-4490-AD07-F24B6A68DE47}" type="datetimeFigureOut">
              <a:rPr lang="es-MX" smtClean="0"/>
              <a:t>03/09/2026</a:t>
            </a:fld>
            <a:endParaRPr lang="es-MX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A58D3C-5A37-463D-B2C9-8DF65AE0B01C}" type="slidenum">
              <a:rPr lang="es-MX" smtClean="0"/>
              <a:t>‹Nº›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23018036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F3E716-CACC-4490-AD07-F24B6A68DE47}" type="datetimeFigureOut">
              <a:rPr lang="es-MX" smtClean="0"/>
              <a:t>03/09/2026</a:t>
            </a:fld>
            <a:endParaRPr lang="es-MX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A58D3C-5A37-463D-B2C9-8DF65AE0B01C}" type="slidenum">
              <a:rPr lang="es-MX" smtClean="0"/>
              <a:t>‹Nº›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6557173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2 Marcador de contenido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F3E716-CACC-4490-AD07-F24B6A68DE47}" type="datetimeFigureOut">
              <a:rPr lang="es-MX" smtClean="0"/>
              <a:t>03/09/2026</a:t>
            </a:fld>
            <a:endParaRPr lang="es-MX" dirty="0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A58D3C-5A37-463D-B2C9-8DF65AE0B01C}" type="slidenum">
              <a:rPr lang="es-MX" smtClean="0"/>
              <a:t>‹Nº›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32535463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5" name="4 Marcador de texto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6" name="5 Marcador de contenido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7" name="6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F3E716-CACC-4490-AD07-F24B6A68DE47}" type="datetimeFigureOut">
              <a:rPr lang="es-MX" smtClean="0"/>
              <a:t>03/09/2026</a:t>
            </a:fld>
            <a:endParaRPr lang="es-MX" dirty="0"/>
          </a:p>
        </p:txBody>
      </p:sp>
      <p:sp>
        <p:nvSpPr>
          <p:cNvPr id="8" name="7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9" name="8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A58D3C-5A37-463D-B2C9-8DF65AE0B01C}" type="slidenum">
              <a:rPr lang="es-MX" smtClean="0"/>
              <a:t>‹Nº›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587212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2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F3E716-CACC-4490-AD07-F24B6A68DE47}" type="datetimeFigureOut">
              <a:rPr lang="es-MX" smtClean="0"/>
              <a:t>03/09/2026</a:t>
            </a:fld>
            <a:endParaRPr lang="es-MX" dirty="0"/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5" name="4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A58D3C-5A37-463D-B2C9-8DF65AE0B01C}" type="slidenum">
              <a:rPr lang="es-MX" smtClean="0"/>
              <a:t>‹Nº›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42012382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F3E716-CACC-4490-AD07-F24B6A68DE47}" type="datetimeFigureOut">
              <a:rPr lang="es-MX" smtClean="0"/>
              <a:t>03/09/2026</a:t>
            </a:fld>
            <a:endParaRPr lang="es-MX" dirty="0"/>
          </a:p>
        </p:txBody>
      </p:sp>
      <p:sp>
        <p:nvSpPr>
          <p:cNvPr id="3" name="2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A58D3C-5A37-463D-B2C9-8DF65AE0B01C}" type="slidenum">
              <a:rPr lang="es-MX" smtClean="0"/>
              <a:t>‹Nº›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27472278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F3E716-CACC-4490-AD07-F24B6A68DE47}" type="datetimeFigureOut">
              <a:rPr lang="es-MX" smtClean="0"/>
              <a:t>03/09/2026</a:t>
            </a:fld>
            <a:endParaRPr lang="es-MX" dirty="0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A58D3C-5A37-463D-B2C9-8DF65AE0B01C}" type="slidenum">
              <a:rPr lang="es-MX" smtClean="0"/>
              <a:t>‹Nº›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3487922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2 Marcador de posición de imagen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MX" dirty="0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F3E716-CACC-4490-AD07-F24B6A68DE47}" type="datetimeFigureOut">
              <a:rPr lang="es-MX" smtClean="0"/>
              <a:t>03/09/2026</a:t>
            </a:fld>
            <a:endParaRPr lang="es-MX" dirty="0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A58D3C-5A37-463D-B2C9-8DF65AE0B01C}" type="slidenum">
              <a:rPr lang="es-MX" smtClean="0"/>
              <a:t>‹Nº›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2416429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2 Marcador de texto vertical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F3E716-CACC-4490-AD07-F24B6A68DE47}" type="datetimeFigureOut">
              <a:rPr lang="es-MX" smtClean="0"/>
              <a:t>03/09/2026</a:t>
            </a:fld>
            <a:endParaRPr lang="es-MX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A58D3C-5A37-463D-B2C9-8DF65AE0B01C}" type="slidenum">
              <a:rPr lang="es-MX" smtClean="0"/>
              <a:t>‹Nº›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7509516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 vertical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2 Marcador de texto vertical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F3E716-CACC-4490-AD07-F24B6A68DE47}" type="datetimeFigureOut">
              <a:rPr lang="es-MX" smtClean="0"/>
              <a:t>03/09/2026</a:t>
            </a:fld>
            <a:endParaRPr lang="es-MX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A58D3C-5A37-463D-B2C9-8DF65AE0B01C}" type="slidenum">
              <a:rPr lang="es-MX" smtClean="0"/>
              <a:t>‹Nº›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247427854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/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t>9/3/2026</a:t>
            </a:fld>
            <a:endParaRPr lang="en-US" dirty="0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/>
          <a:p>
            <a:pPr marL="25400"/>
            <a:fld id="{81D60167-4931-47E6-BA6A-407CBD079E47}" type="slidenum">
              <a:rPr lang="es-MX" spc="-10" smtClean="0">
                <a:solidFill>
                  <a:srgbClr val="18BAD4"/>
                </a:solidFill>
                <a:cs typeface="Calibri"/>
              </a:rPr>
              <a:pPr marL="25400"/>
              <a:t>‹Nº›</a:t>
            </a:fld>
            <a:endParaRPr lang="es-MX" dirty="0"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33531586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>
  <p:cSld name="Título, text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2CB0270-4803-41AA-A124-4606D5A648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41450" y="68263"/>
            <a:ext cx="7551738" cy="827087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D60E98CE-E020-4F61-947F-C16B8367AABC}"/>
              </a:ext>
            </a:extLst>
          </p:cNvPr>
          <p:cNvSpPr>
            <a:spLocks noGrp="1"/>
          </p:cNvSpPr>
          <p:nvPr>
            <p:ph type="body" sz="half" idx="1"/>
          </p:nvPr>
        </p:nvSpPr>
        <p:spPr>
          <a:xfrm>
            <a:off x="274638" y="1376363"/>
            <a:ext cx="4248150" cy="4719637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E071130C-EDB6-4212-AC7C-A4DF16F172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75188" y="1376363"/>
            <a:ext cx="4248150" cy="4719637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8DA2694E-2FCB-4690-B9AA-B1745EB88A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85800" y="6248400"/>
            <a:ext cx="1905000" cy="457200"/>
          </a:xfrm>
        </p:spPr>
        <p:txBody>
          <a:bodyPr/>
          <a:lstStyle>
            <a:lvl1pPr>
              <a:defRPr/>
            </a:lvl1pPr>
          </a:lstStyle>
          <a:p>
            <a:endParaRPr lang="es-ES" altLang="es-MX" dirty="0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082C16C9-226D-40A6-83B0-C7150E25D7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6248400"/>
            <a:ext cx="2895600" cy="457200"/>
          </a:xfrm>
        </p:spPr>
        <p:txBody>
          <a:bodyPr/>
          <a:lstStyle>
            <a:lvl1pPr>
              <a:defRPr/>
            </a:lvl1pPr>
          </a:lstStyle>
          <a:p>
            <a:endParaRPr lang="es-ES" altLang="es-MX" dirty="0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4EAA7849-A941-412A-950B-FDAF50BC4A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553200" y="6248400"/>
            <a:ext cx="1905000" cy="457200"/>
          </a:xfrm>
        </p:spPr>
        <p:txBody>
          <a:bodyPr/>
          <a:lstStyle>
            <a:lvl1pPr>
              <a:defRPr/>
            </a:lvl1pPr>
          </a:lstStyle>
          <a:p>
            <a:fld id="{D829B6A8-D253-4D4B-A3FA-70749FCD26F0}" type="slidenum">
              <a:rPr lang="es-ES" altLang="es-MX"/>
              <a:pPr/>
              <a:t>‹Nº›</a:t>
            </a:fld>
            <a:endParaRPr lang="es-ES" altLang="es-MX" dirty="0"/>
          </a:p>
        </p:txBody>
      </p:sp>
    </p:spTree>
    <p:extLst>
      <p:ext uri="{BB962C8B-B14F-4D97-AF65-F5344CB8AC3E}">
        <p14:creationId xmlns:p14="http://schemas.microsoft.com/office/powerpoint/2010/main" val="20722161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título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3F3E716-CACC-4490-AD07-F24B6A68DE47}" type="datetimeFigureOut">
              <a:rPr lang="es-MX" smtClean="0"/>
              <a:t>03/09/2026</a:t>
            </a:fld>
            <a:endParaRPr lang="es-MX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MX" dirty="0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A58D3C-5A37-463D-B2C9-8DF65AE0B01C}" type="slidenum">
              <a:rPr lang="es-MX" smtClean="0"/>
              <a:t>‹Nº›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22646615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MX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06630" y="404664"/>
            <a:ext cx="7669826" cy="1470025"/>
          </a:xfrm>
        </p:spPr>
        <p:txBody>
          <a:bodyPr rtlCol="0">
            <a:normAutofit fontScale="90000"/>
          </a:bodyPr>
          <a:lstStyle/>
          <a:p>
            <a:pPr algn="l">
              <a:defRPr/>
            </a:pPr>
            <a:r>
              <a:rPr lang="es-MX" sz="3200">
                <a:solidFill>
                  <a:schemeClr val="bg2">
                    <a:lumMod val="50000"/>
                  </a:schemeClr>
                </a:solidFill>
              </a:rPr>
              <a:t>TI 3008 C</a:t>
            </a:r>
            <a:br>
              <a:rPr lang="es-MX" sz="3200" dirty="0">
                <a:solidFill>
                  <a:schemeClr val="bg2">
                    <a:lumMod val="50000"/>
                  </a:schemeClr>
                </a:solidFill>
              </a:rPr>
            </a:br>
            <a:r>
              <a:rPr lang="es-MX" sz="3200" dirty="0">
                <a:solidFill>
                  <a:schemeClr val="bg2">
                    <a:lumMod val="50000"/>
                  </a:schemeClr>
                </a:solidFill>
              </a:rPr>
              <a:t>Analítica de datos y herramientas de inteligencia artificial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75656" y="1988840"/>
            <a:ext cx="6480720" cy="1368152"/>
          </a:xfrm>
        </p:spPr>
        <p:txBody>
          <a:bodyPr rtlCol="0">
            <a:normAutofit lnSpcReduction="10000"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s-MX" b="1" dirty="0">
                <a:solidFill>
                  <a:schemeClr val="accent4">
                    <a:lumMod val="50000"/>
                  </a:schemeClr>
                </a:solidFill>
              </a:rPr>
              <a:t>Python orientado a objetos: Encapsulamiento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s-MX" sz="2000" dirty="0">
                <a:solidFill>
                  <a:schemeClr val="accent4">
                    <a:lumMod val="50000"/>
                  </a:schemeClr>
                </a:solidFill>
              </a:rPr>
              <a:t>Tecnológico de Monterrey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76C41458-5F95-4C9E-928A-FECE8EEEF2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3230" y="3524683"/>
            <a:ext cx="3476625" cy="2314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27823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2">
            <a:extLst>
              <a:ext uri="{FF2B5EF4-FFF2-40B4-BE49-F238E27FC236}">
                <a16:creationId xmlns:a16="http://schemas.microsoft.com/office/drawing/2014/main" id="{08912013-0DAA-4E2F-81D3-4CE3B7140A0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925513" y="0"/>
            <a:ext cx="7174879" cy="1143001"/>
          </a:xfrm>
        </p:spPr>
        <p:txBody>
          <a:bodyPr>
            <a:normAutofit/>
          </a:bodyPr>
          <a:lstStyle/>
          <a:p>
            <a:pPr algn="ctr"/>
            <a:r>
              <a:rPr lang="es-ES_tradnl" altLang="es-MX" b="1" dirty="0">
                <a:solidFill>
                  <a:schemeClr val="accent4">
                    <a:lumMod val="50000"/>
                  </a:schemeClr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</a:rPr>
              <a:t>Encapsulamiento</a:t>
            </a:r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36965C09-729F-4A40-B173-C14D1DCB7A9A}"/>
              </a:ext>
            </a:extLst>
          </p:cNvPr>
          <p:cNvSpPr txBox="1">
            <a:spLocks noChangeArrowheads="1"/>
          </p:cNvSpPr>
          <p:nvPr/>
        </p:nvSpPr>
        <p:spPr>
          <a:xfrm>
            <a:off x="759117" y="1143000"/>
            <a:ext cx="7629307" cy="22859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>
              <a:lnSpc>
                <a:spcPct val="150000"/>
              </a:lnSpc>
              <a:spcBef>
                <a:spcPct val="0"/>
              </a:spcBef>
            </a:pPr>
            <a:r>
              <a:rPr lang="es-ES" altLang="es-MX" sz="1600" dirty="0">
                <a:solidFill>
                  <a:schemeClr val="bg2">
                    <a:lumMod val="10000"/>
                  </a:schemeClr>
                </a:solidFill>
                <a:latin typeface="Dom Casual" charset="0"/>
              </a:rPr>
              <a:t>La técnica de </a:t>
            </a:r>
            <a:r>
              <a:rPr lang="es-ES" altLang="es-MX" sz="1600" b="1" dirty="0">
                <a:solidFill>
                  <a:schemeClr val="accent6">
                    <a:lumMod val="75000"/>
                  </a:schemeClr>
                </a:solidFill>
                <a:latin typeface="Dom Casual" charset="0"/>
              </a:rPr>
              <a:t>encapsulamiento</a:t>
            </a:r>
            <a:r>
              <a:rPr lang="es-ES" altLang="es-MX" sz="1600" dirty="0">
                <a:solidFill>
                  <a:schemeClr val="bg2">
                    <a:lumMod val="10000"/>
                  </a:schemeClr>
                </a:solidFill>
                <a:latin typeface="Dom Casual" charset="0"/>
              </a:rPr>
              <a:t> es conocida como </a:t>
            </a:r>
            <a:r>
              <a:rPr lang="es-ES" altLang="es-MX" sz="1600" b="1" dirty="0">
                <a:solidFill>
                  <a:schemeClr val="bg2">
                    <a:lumMod val="10000"/>
                  </a:schemeClr>
                </a:solidFill>
                <a:latin typeface="Dom Casual" charset="0"/>
              </a:rPr>
              <a:t>ocultación de datos</a:t>
            </a:r>
            <a:r>
              <a:rPr lang="es-ES" altLang="es-MX" sz="1600" dirty="0">
                <a:solidFill>
                  <a:schemeClr val="bg2">
                    <a:lumMod val="10000"/>
                  </a:schemeClr>
                </a:solidFill>
                <a:latin typeface="Dom Casual" charset="0"/>
              </a:rPr>
              <a:t> y permite que los </a:t>
            </a:r>
            <a:r>
              <a:rPr lang="es-ES" altLang="es-MX" sz="1600" b="1" dirty="0">
                <a:solidFill>
                  <a:schemeClr val="bg2">
                    <a:lumMod val="10000"/>
                  </a:schemeClr>
                </a:solidFill>
                <a:latin typeface="Dom Casual" charset="0"/>
              </a:rPr>
              <a:t>atributos de un objeto </a:t>
            </a:r>
            <a:r>
              <a:rPr lang="es-ES" altLang="es-MX" sz="1600" dirty="0">
                <a:solidFill>
                  <a:schemeClr val="bg2">
                    <a:lumMod val="10000"/>
                  </a:schemeClr>
                </a:solidFill>
                <a:latin typeface="Dom Casual" charset="0"/>
              </a:rPr>
              <a:t>pueden ocultarse (superficialmente) para que no sean accedidos desde fuera de la definición de una clase. </a:t>
            </a:r>
          </a:p>
          <a:p>
            <a:pPr algn="just">
              <a:lnSpc>
                <a:spcPct val="150000"/>
              </a:lnSpc>
              <a:spcBef>
                <a:spcPct val="0"/>
              </a:spcBef>
            </a:pPr>
            <a:r>
              <a:rPr lang="es-MX" altLang="es-MX" sz="1600" dirty="0">
                <a:solidFill>
                  <a:schemeClr val="bg2">
                    <a:lumMod val="10000"/>
                  </a:schemeClr>
                </a:solidFill>
                <a:latin typeface="Dom Casual" charset="0"/>
              </a:rPr>
              <a:t>La </a:t>
            </a:r>
            <a:r>
              <a:rPr lang="es-MX" altLang="es-MX" sz="1600" b="1" dirty="0">
                <a:solidFill>
                  <a:schemeClr val="accent6">
                    <a:lumMod val="75000"/>
                  </a:schemeClr>
                </a:solidFill>
                <a:latin typeface="Dom Casual" charset="0"/>
              </a:rPr>
              <a:t>encapsulamiento</a:t>
            </a:r>
            <a:r>
              <a:rPr lang="es-MX" altLang="es-MX" sz="1600" dirty="0">
                <a:solidFill>
                  <a:schemeClr val="bg2">
                    <a:lumMod val="10000"/>
                  </a:schemeClr>
                </a:solidFill>
                <a:latin typeface="Dom Casual" charset="0"/>
              </a:rPr>
              <a:t> en POO es importante porque permite ocultar los detalles internos de una clase y proteger su estado interno de </a:t>
            </a:r>
            <a:r>
              <a:rPr lang="es-MX" altLang="es-MX" sz="1600" b="1" dirty="0">
                <a:solidFill>
                  <a:schemeClr val="bg2">
                    <a:lumMod val="10000"/>
                  </a:schemeClr>
                </a:solidFill>
                <a:latin typeface="Dom Casual" charset="0"/>
              </a:rPr>
              <a:t>modificaciones indebidas</a:t>
            </a:r>
            <a:r>
              <a:rPr lang="es-MX" altLang="es-MX" sz="1600" dirty="0">
                <a:solidFill>
                  <a:schemeClr val="bg2">
                    <a:lumMod val="10000"/>
                  </a:schemeClr>
                </a:solidFill>
                <a:latin typeface="Dom Casual" charset="0"/>
              </a:rPr>
              <a:t>. </a:t>
            </a:r>
            <a:r>
              <a:rPr lang="es-MX" sz="1600" dirty="0">
                <a:solidFill>
                  <a:schemeClr val="bg2">
                    <a:lumMod val="10000"/>
                  </a:schemeClr>
                </a:solidFill>
                <a:latin typeface="Dom Casual" charset="0"/>
              </a:rPr>
              <a:t>Esto se logra mediante el uso de modificadores de acceso</a:t>
            </a:r>
            <a:r>
              <a:rPr lang="es-MX" sz="1600" b="1" dirty="0">
                <a:solidFill>
                  <a:schemeClr val="bg2">
                    <a:lumMod val="10000"/>
                  </a:schemeClr>
                </a:solidFill>
                <a:latin typeface="Dom Casual" charset="0"/>
              </a:rPr>
              <a:t> privado</a:t>
            </a:r>
            <a:r>
              <a:rPr lang="es-MX" sz="1600" dirty="0">
                <a:solidFill>
                  <a:schemeClr val="bg2">
                    <a:lumMod val="10000"/>
                  </a:schemeClr>
                </a:solidFill>
                <a:latin typeface="Dom Casual" charset="0"/>
              </a:rPr>
              <a:t>. </a:t>
            </a:r>
            <a:endParaRPr lang="es-ES_tradnl" altLang="es-MX" sz="1600" dirty="0">
              <a:solidFill>
                <a:schemeClr val="bg2">
                  <a:lumMod val="10000"/>
                </a:schemeClr>
              </a:solidFill>
              <a:latin typeface="Dom Casual" charset="0"/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630FF934-A9A5-42D2-AB01-2F33DAA193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5736" y="3501008"/>
            <a:ext cx="5400675" cy="3209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26624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48D9F1-E7E2-9F14-2624-6EFA9CA75D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2">
            <a:extLst>
              <a:ext uri="{FF2B5EF4-FFF2-40B4-BE49-F238E27FC236}">
                <a16:creationId xmlns:a16="http://schemas.microsoft.com/office/drawing/2014/main" id="{55B72C59-3D23-DBA3-3DD7-4B14E3DFE15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323528" y="105222"/>
            <a:ext cx="8352929" cy="1143001"/>
          </a:xfrm>
        </p:spPr>
        <p:txBody>
          <a:bodyPr>
            <a:normAutofit/>
          </a:bodyPr>
          <a:lstStyle/>
          <a:p>
            <a:pPr algn="ctr"/>
            <a:r>
              <a:rPr lang="es-ES_tradnl" altLang="es-MX" b="1" dirty="0">
                <a:solidFill>
                  <a:schemeClr val="accent4">
                    <a:lumMod val="50000"/>
                  </a:schemeClr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</a:rPr>
              <a:t>Importancia del encapsulamiento</a:t>
            </a:r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6F59E072-939F-134B-44DE-F9F6F5A68348}"/>
              </a:ext>
            </a:extLst>
          </p:cNvPr>
          <p:cNvSpPr txBox="1">
            <a:spLocks noChangeArrowheads="1"/>
          </p:cNvSpPr>
          <p:nvPr/>
        </p:nvSpPr>
        <p:spPr>
          <a:xfrm>
            <a:off x="179512" y="1340768"/>
            <a:ext cx="8352928" cy="22859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>
              <a:lnSpc>
                <a:spcPct val="150000"/>
              </a:lnSpc>
              <a:spcBef>
                <a:spcPct val="0"/>
              </a:spcBef>
            </a:pPr>
            <a:r>
              <a:rPr lang="es-MX" sz="1600" dirty="0">
                <a:solidFill>
                  <a:schemeClr val="bg2">
                    <a:lumMod val="10000"/>
                  </a:schemeClr>
                </a:solidFill>
                <a:latin typeface="Dom Casual" charset="0"/>
              </a:rPr>
              <a:t>El encapsulamiento es importante en la POO porque </a:t>
            </a:r>
            <a:r>
              <a:rPr lang="es-MX" sz="1600" b="1" dirty="0">
                <a:solidFill>
                  <a:schemeClr val="accent6">
                    <a:lumMod val="75000"/>
                  </a:schemeClr>
                </a:solidFill>
                <a:latin typeface="Dom Casual" charset="0"/>
              </a:rPr>
              <a:t>protege la integridad de los datos</a:t>
            </a:r>
            <a:r>
              <a:rPr lang="es-MX" sz="1600" dirty="0">
                <a:solidFill>
                  <a:schemeClr val="bg2">
                    <a:lumMod val="10000"/>
                  </a:schemeClr>
                </a:solidFill>
                <a:latin typeface="Dom Casual" charset="0"/>
              </a:rPr>
              <a:t> al permitir el acceso solo a través de métodos específicos de la clase, lo que mejora la </a:t>
            </a:r>
            <a:r>
              <a:rPr lang="es-MX" sz="1600" b="1" dirty="0">
                <a:solidFill>
                  <a:schemeClr val="bg2">
                    <a:lumMod val="10000"/>
                  </a:schemeClr>
                </a:solidFill>
                <a:latin typeface="Dom Casual" charset="0"/>
              </a:rPr>
              <a:t>seguridad</a:t>
            </a:r>
            <a:r>
              <a:rPr lang="es-MX" sz="1600" dirty="0">
                <a:solidFill>
                  <a:schemeClr val="bg2">
                    <a:lumMod val="10000"/>
                  </a:schemeClr>
                </a:solidFill>
                <a:latin typeface="Dom Casual" charset="0"/>
              </a:rPr>
              <a:t> y </a:t>
            </a:r>
            <a:r>
              <a:rPr lang="es-MX" sz="1600" b="1" dirty="0">
                <a:solidFill>
                  <a:schemeClr val="bg2">
                    <a:lumMod val="10000"/>
                  </a:schemeClr>
                </a:solidFill>
                <a:latin typeface="Dom Casual" charset="0"/>
              </a:rPr>
              <a:t>evita modificaciones accidentales</a:t>
            </a:r>
            <a:r>
              <a:rPr lang="es-MX" sz="1600" dirty="0">
                <a:solidFill>
                  <a:schemeClr val="bg2">
                    <a:lumMod val="10000"/>
                  </a:schemeClr>
                </a:solidFill>
                <a:latin typeface="Dom Casual" charset="0"/>
              </a:rPr>
              <a:t>. </a:t>
            </a:r>
          </a:p>
          <a:p>
            <a:pPr algn="just">
              <a:lnSpc>
                <a:spcPct val="150000"/>
              </a:lnSpc>
              <a:spcBef>
                <a:spcPct val="0"/>
              </a:spcBef>
            </a:pPr>
            <a:r>
              <a:rPr lang="es-MX" sz="1600" dirty="0">
                <a:solidFill>
                  <a:schemeClr val="bg2">
                    <a:lumMod val="10000"/>
                  </a:schemeClr>
                </a:solidFill>
                <a:latin typeface="Dom Casual" charset="0"/>
              </a:rPr>
              <a:t>Además, facilita la organización, legibilidad y mantenimiento del código, al ocultar los detalles internos de un objeto y permitir cambios en su implementación sin afectar otras partes del sistema. </a:t>
            </a:r>
            <a:endParaRPr lang="es-ES_tradnl" altLang="es-MX" sz="1600" dirty="0">
              <a:solidFill>
                <a:schemeClr val="bg2">
                  <a:lumMod val="10000"/>
                </a:schemeClr>
              </a:solidFill>
              <a:latin typeface="Dom Casual" charset="0"/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3071D3ED-EF92-34EA-C22C-1F5DDCCF67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6938" y="5860695"/>
            <a:ext cx="1500923" cy="892083"/>
          </a:xfrm>
          <a:prstGeom prst="rect">
            <a:avLst/>
          </a:prstGeom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64E5AC4F-F553-1E7D-56B9-35DB015E2DE7}"/>
              </a:ext>
            </a:extLst>
          </p:cNvPr>
          <p:cNvSpPr txBox="1"/>
          <p:nvPr/>
        </p:nvSpPr>
        <p:spPr>
          <a:xfrm>
            <a:off x="485546" y="3719312"/>
            <a:ext cx="8172907" cy="23727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  <a:spcBef>
                <a:spcPct val="0"/>
              </a:spcBef>
              <a:spcAft>
                <a:spcPts val="800"/>
              </a:spcAft>
            </a:pPr>
            <a:r>
              <a:rPr lang="es-MX" sz="1600" b="1" dirty="0">
                <a:solidFill>
                  <a:schemeClr val="bg2">
                    <a:lumMod val="10000"/>
                  </a:schemeClr>
                </a:solidFill>
                <a:latin typeface="Dom Casual" charset="0"/>
              </a:rPr>
              <a:t>Ejemplo para entenderlo:</a:t>
            </a:r>
          </a:p>
          <a:p>
            <a:pPr algn="just">
              <a:lnSpc>
                <a:spcPct val="150000"/>
              </a:lnSpc>
              <a:spcBef>
                <a:spcPct val="0"/>
              </a:spcBef>
              <a:spcAft>
                <a:spcPts val="800"/>
              </a:spcAft>
            </a:pPr>
            <a:r>
              <a:rPr lang="es-MX" sz="1600" dirty="0">
                <a:solidFill>
                  <a:schemeClr val="bg2">
                    <a:lumMod val="10000"/>
                  </a:schemeClr>
                </a:solidFill>
                <a:latin typeface="Dom Casual" charset="0"/>
              </a:rPr>
              <a:t>Piensa en la interfaz de un coche. Para conducir un coche, no necesitas saber cómo funciona exactamente el motor o la transmisión. Solo necesitas interactuar con los controles (volante, pedales) que están expuestos en su interfaz. La Encapsulamiento funciona de manera similar, ocultando los complejos detalles internos del objeto y proporcionando una interfaz simple y controlada para interactuar con él. </a:t>
            </a:r>
          </a:p>
        </p:txBody>
      </p:sp>
    </p:spTree>
    <p:extLst>
      <p:ext uri="{BB962C8B-B14F-4D97-AF65-F5344CB8AC3E}">
        <p14:creationId xmlns:p14="http://schemas.microsoft.com/office/powerpoint/2010/main" val="22067574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ACC0E9-2FB3-A450-A476-7680B3B6F0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>
            <a:extLst>
              <a:ext uri="{FF2B5EF4-FFF2-40B4-BE49-F238E27FC236}">
                <a16:creationId xmlns:a16="http://schemas.microsoft.com/office/drawing/2014/main" id="{8002B5CF-3BA5-7C25-67AE-23E40842CFD5}"/>
              </a:ext>
            </a:extLst>
          </p:cNvPr>
          <p:cNvSpPr txBox="1">
            <a:spLocks noChangeArrowheads="1"/>
          </p:cNvSpPr>
          <p:nvPr/>
        </p:nvSpPr>
        <p:spPr>
          <a:xfrm>
            <a:off x="0" y="164141"/>
            <a:ext cx="9144000" cy="10081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_tradnl" altLang="es-MX" sz="3200" b="1" dirty="0">
                <a:solidFill>
                  <a:schemeClr val="accent4">
                    <a:lumMod val="50000"/>
                  </a:schemeClr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</a:rPr>
              <a:t>Atributos públicos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59A1954C-0BF7-91D6-7C5F-2205CBAB48D5}"/>
              </a:ext>
            </a:extLst>
          </p:cNvPr>
          <p:cNvSpPr txBox="1"/>
          <p:nvPr/>
        </p:nvSpPr>
        <p:spPr>
          <a:xfrm>
            <a:off x="827584" y="1340768"/>
            <a:ext cx="7488832" cy="27622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lnSpc>
                <a:spcPts val="1500"/>
              </a:lnSpc>
              <a:spcBef>
                <a:spcPts val="2100"/>
              </a:spcBef>
              <a:spcAft>
                <a:spcPts val="600"/>
              </a:spcAft>
              <a:buNone/>
            </a:pPr>
            <a:r>
              <a:rPr lang="es-MX" b="1" dirty="0">
                <a:solidFill>
                  <a:schemeClr val="accent6">
                    <a:lumMod val="75000"/>
                  </a:schemeClr>
                </a:solidFill>
                <a:effectLst/>
                <a:latin typeface="Google Sans Flex"/>
              </a:rPr>
              <a:t>1. Atributo Público (</a:t>
            </a:r>
            <a:r>
              <a:rPr lang="es-MX" b="0" dirty="0" err="1">
                <a:solidFill>
                  <a:schemeClr val="accent6">
                    <a:lumMod val="75000"/>
                  </a:schemeClr>
                </a:solidFill>
                <a:effectLst/>
                <a:latin typeface="Google Sans Mono"/>
              </a:rPr>
              <a:t>public</a:t>
            </a:r>
            <a:r>
              <a:rPr lang="es-MX" b="1" dirty="0">
                <a:solidFill>
                  <a:schemeClr val="accent6">
                    <a:lumMod val="75000"/>
                  </a:schemeClr>
                </a:solidFill>
                <a:effectLst/>
                <a:latin typeface="Google Sans Flex"/>
              </a:rPr>
              <a:t>)</a:t>
            </a:r>
          </a:p>
          <a:p>
            <a:pPr algn="just" rtl="0">
              <a:spcAft>
                <a:spcPts val="600"/>
              </a:spcAft>
              <a:buNone/>
            </a:pPr>
            <a:r>
              <a:rPr lang="es-MX" b="0" dirty="0">
                <a:solidFill>
                  <a:srgbClr val="1F1F1F"/>
                </a:solidFill>
                <a:effectLst/>
                <a:latin typeface="Google Sans Flex"/>
              </a:rPr>
              <a:t>Es un atributo accesible desde </a:t>
            </a:r>
            <a:r>
              <a:rPr lang="es-MX" b="1" dirty="0">
                <a:solidFill>
                  <a:srgbClr val="1F1F1F"/>
                </a:solidFill>
                <a:effectLst/>
                <a:latin typeface="Google Sans Flex"/>
              </a:rPr>
              <a:t>cualquier lugar</a:t>
            </a:r>
            <a:r>
              <a:rPr lang="es-MX" b="0" dirty="0">
                <a:solidFill>
                  <a:srgbClr val="1F1F1F"/>
                </a:solidFill>
                <a:effectLst/>
                <a:latin typeface="Google Sans Flex"/>
              </a:rPr>
              <a:t> del programa.</a:t>
            </a:r>
          </a:p>
          <a:p>
            <a:pPr marL="285750" indent="-285750" algn="just" rtl="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MX" b="1" dirty="0">
                <a:solidFill>
                  <a:srgbClr val="1F1F1F"/>
                </a:solidFill>
                <a:effectLst/>
                <a:latin typeface="Google Sans Flex"/>
              </a:rPr>
              <a:t>Acceso:</a:t>
            </a:r>
            <a:r>
              <a:rPr lang="es-MX" b="0" dirty="0">
                <a:solidFill>
                  <a:srgbClr val="1F1F1F"/>
                </a:solidFill>
                <a:effectLst/>
                <a:latin typeface="Google Sans Flex"/>
              </a:rPr>
              <a:t> Directo desde la propia clase, desde clases heredadas y desde instancias (objetos) externas.</a:t>
            </a:r>
          </a:p>
          <a:p>
            <a:pPr marL="285750" indent="-285750" algn="just" rtl="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MX" b="1" dirty="0">
                <a:solidFill>
                  <a:srgbClr val="1F1F1F"/>
                </a:solidFill>
                <a:effectLst/>
                <a:latin typeface="Google Sans Flex"/>
              </a:rPr>
              <a:t>Seguridad:</a:t>
            </a:r>
            <a:r>
              <a:rPr lang="es-MX" b="0" dirty="0">
                <a:solidFill>
                  <a:srgbClr val="1F1F1F"/>
                </a:solidFill>
                <a:effectLst/>
                <a:latin typeface="Google Sans Flex"/>
              </a:rPr>
              <a:t> Baja. Cualquier parte del código puede modificar el valor sin restricciones.</a:t>
            </a:r>
          </a:p>
          <a:p>
            <a:pPr marL="285750" indent="-285750" algn="just" rtl="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MX" b="1" dirty="0">
                <a:solidFill>
                  <a:srgbClr val="1F1F1F"/>
                </a:solidFill>
                <a:effectLst/>
                <a:latin typeface="Google Sans Flex"/>
              </a:rPr>
              <a:t>Uso:</a:t>
            </a:r>
            <a:r>
              <a:rPr lang="es-MX" b="0" dirty="0">
                <a:solidFill>
                  <a:srgbClr val="1F1F1F"/>
                </a:solidFill>
                <a:effectLst/>
                <a:latin typeface="Google Sans Flex"/>
              </a:rPr>
              <a:t> Para datos que son seguros de exponer o que necesitan ser modificados frecuentemente por otros objetos.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8D1CA2F1-2096-D714-9F93-38A5237E0A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8064" y="4221088"/>
            <a:ext cx="2981741" cy="23434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6153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F946E3-7E8D-D5ED-789F-59D8EA2BB7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>
            <a:extLst>
              <a:ext uri="{FF2B5EF4-FFF2-40B4-BE49-F238E27FC236}">
                <a16:creationId xmlns:a16="http://schemas.microsoft.com/office/drawing/2014/main" id="{52600C6A-A4CE-782C-1E7B-1F867FBDC852}"/>
              </a:ext>
            </a:extLst>
          </p:cNvPr>
          <p:cNvSpPr txBox="1">
            <a:spLocks noChangeArrowheads="1"/>
          </p:cNvSpPr>
          <p:nvPr/>
        </p:nvSpPr>
        <p:spPr>
          <a:xfrm>
            <a:off x="0" y="88043"/>
            <a:ext cx="9144000" cy="10081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_tradnl" altLang="es-MX" sz="3200" b="1" dirty="0">
                <a:solidFill>
                  <a:schemeClr val="accent4">
                    <a:lumMod val="50000"/>
                  </a:schemeClr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</a:rPr>
              <a:t>Encapsulamiento : atributos privados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18BA93F3-3CAF-D4BE-8698-F39F2D6F93B8}"/>
              </a:ext>
            </a:extLst>
          </p:cNvPr>
          <p:cNvSpPr txBox="1"/>
          <p:nvPr/>
        </p:nvSpPr>
        <p:spPr>
          <a:xfrm>
            <a:off x="1043608" y="1415033"/>
            <a:ext cx="7344816" cy="13042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lnSpc>
                <a:spcPts val="1500"/>
              </a:lnSpc>
              <a:spcBef>
                <a:spcPts val="2100"/>
              </a:spcBef>
              <a:spcAft>
                <a:spcPts val="600"/>
              </a:spcAft>
              <a:buNone/>
            </a:pPr>
            <a:r>
              <a:rPr lang="es-MX" b="1" dirty="0">
                <a:solidFill>
                  <a:schemeClr val="accent6">
                    <a:lumMod val="75000"/>
                  </a:schemeClr>
                </a:solidFill>
                <a:effectLst/>
                <a:latin typeface="Google Sans Flex"/>
              </a:rPr>
              <a:t>2. Atributo Privado (</a:t>
            </a:r>
            <a:r>
              <a:rPr lang="es-MX" b="0" dirty="0" err="1">
                <a:solidFill>
                  <a:schemeClr val="accent6">
                    <a:lumMod val="75000"/>
                  </a:schemeClr>
                </a:solidFill>
                <a:effectLst/>
                <a:latin typeface="Google Sans Mono"/>
              </a:rPr>
              <a:t>private</a:t>
            </a:r>
            <a:r>
              <a:rPr lang="es-MX" b="1" dirty="0">
                <a:solidFill>
                  <a:schemeClr val="accent6">
                    <a:lumMod val="75000"/>
                  </a:schemeClr>
                </a:solidFill>
                <a:effectLst/>
                <a:latin typeface="Google Sans Flex"/>
              </a:rPr>
              <a:t>)</a:t>
            </a:r>
          </a:p>
          <a:p>
            <a:pPr algn="just">
              <a:lnSpc>
                <a:spcPts val="2500"/>
              </a:lnSpc>
              <a:spcAft>
                <a:spcPts val="600"/>
              </a:spcAft>
            </a:pPr>
            <a:r>
              <a:rPr lang="es-MX" b="1" dirty="0">
                <a:solidFill>
                  <a:srgbClr val="1F1F1F"/>
                </a:solidFill>
                <a:latin typeface="Google Sans Flex"/>
              </a:rPr>
              <a:t>(_atributo): </a:t>
            </a:r>
            <a:r>
              <a:rPr lang="es-MX" dirty="0">
                <a:solidFill>
                  <a:srgbClr val="1F1F1F"/>
                </a:solidFill>
                <a:latin typeface="Google Sans Flex"/>
              </a:rPr>
              <a:t>Un guion bajo al principio indica a otros programadores: "Este atributo es interno, no lo uses fuera de la clase". Python no te impedirá acceder a él, pero es una norma de cortesía entre desarrolladores.</a:t>
            </a:r>
            <a:endParaRPr lang="es-MX" b="0" dirty="0">
              <a:solidFill>
                <a:srgbClr val="1F1F1F"/>
              </a:solidFill>
              <a:effectLst/>
              <a:latin typeface="Google Sans Flex"/>
            </a:endParaRP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9D373540-466E-D9F9-F3FA-1460FE691F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9792" y="2996952"/>
            <a:ext cx="3963109" cy="3059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23465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18386C-A429-2889-CACB-E0C5866619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>
            <a:extLst>
              <a:ext uri="{FF2B5EF4-FFF2-40B4-BE49-F238E27FC236}">
                <a16:creationId xmlns:a16="http://schemas.microsoft.com/office/drawing/2014/main" id="{DBE63BE9-3012-EA71-30D0-9910634A8C1E}"/>
              </a:ext>
            </a:extLst>
          </p:cNvPr>
          <p:cNvSpPr txBox="1">
            <a:spLocks noChangeArrowheads="1"/>
          </p:cNvSpPr>
          <p:nvPr/>
        </p:nvSpPr>
        <p:spPr>
          <a:xfrm>
            <a:off x="0" y="116632"/>
            <a:ext cx="9144000" cy="10081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_tradnl" altLang="es-MX" sz="3200" b="1" dirty="0">
                <a:solidFill>
                  <a:schemeClr val="accent4">
                    <a:lumMod val="50000"/>
                  </a:schemeClr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</a:rPr>
              <a:t>Encapsulamiento : atributos privados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2BD8B9D4-F869-089C-B7A4-FD7DAF5A7711}"/>
              </a:ext>
            </a:extLst>
          </p:cNvPr>
          <p:cNvSpPr txBox="1"/>
          <p:nvPr/>
        </p:nvSpPr>
        <p:spPr>
          <a:xfrm>
            <a:off x="1115616" y="1340768"/>
            <a:ext cx="7200800" cy="439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lnSpc>
                <a:spcPts val="1500"/>
              </a:lnSpc>
              <a:spcBef>
                <a:spcPts val="2100"/>
              </a:spcBef>
              <a:spcAft>
                <a:spcPts val="600"/>
              </a:spcAft>
              <a:buNone/>
            </a:pPr>
            <a:r>
              <a:rPr lang="es-MX" b="1" dirty="0">
                <a:solidFill>
                  <a:schemeClr val="accent6">
                    <a:lumMod val="75000"/>
                  </a:schemeClr>
                </a:solidFill>
                <a:effectLst/>
                <a:latin typeface="Google Sans Flex"/>
              </a:rPr>
              <a:t>2. Atributo Privado (</a:t>
            </a:r>
            <a:r>
              <a:rPr lang="es-MX" b="0" dirty="0" err="1">
                <a:solidFill>
                  <a:schemeClr val="accent6">
                    <a:lumMod val="75000"/>
                  </a:schemeClr>
                </a:solidFill>
                <a:effectLst/>
                <a:latin typeface="Google Sans Mono"/>
              </a:rPr>
              <a:t>private</a:t>
            </a:r>
            <a:r>
              <a:rPr lang="es-MX" b="1" dirty="0">
                <a:solidFill>
                  <a:schemeClr val="accent6">
                    <a:lumMod val="75000"/>
                  </a:schemeClr>
                </a:solidFill>
                <a:effectLst/>
                <a:latin typeface="Google Sans Flex"/>
              </a:rPr>
              <a:t>)</a:t>
            </a:r>
          </a:p>
          <a:p>
            <a:pPr algn="just">
              <a:lnSpc>
                <a:spcPts val="2500"/>
              </a:lnSpc>
              <a:spcAft>
                <a:spcPts val="600"/>
              </a:spcAft>
            </a:pPr>
            <a:r>
              <a:rPr lang="es-MX" b="1" dirty="0"/>
              <a:t>(__atributo):</a:t>
            </a:r>
            <a:r>
              <a:rPr lang="es-MX" dirty="0"/>
              <a:t> Dos guiones bajos al principio hacen que Python </a:t>
            </a:r>
            <a:r>
              <a:rPr lang="es-MX" b="1" dirty="0"/>
              <a:t>cambie internamente el nombre</a:t>
            </a:r>
            <a:r>
              <a:rPr lang="es-MX" dirty="0"/>
              <a:t> del atributo. Si tienes una clase </a:t>
            </a:r>
            <a:r>
              <a:rPr lang="es-MX" b="1" dirty="0"/>
              <a:t>Persona</a:t>
            </a:r>
            <a:r>
              <a:rPr lang="es-MX" dirty="0"/>
              <a:t> y un atributo </a:t>
            </a:r>
            <a:r>
              <a:rPr lang="es-MX" b="1" dirty="0"/>
              <a:t>__edad</a:t>
            </a:r>
            <a:r>
              <a:rPr lang="es-MX" dirty="0"/>
              <a:t>, Python lo renombrará a </a:t>
            </a:r>
            <a:r>
              <a:rPr lang="es-MX" b="1" dirty="0"/>
              <a:t>_</a:t>
            </a:r>
            <a:r>
              <a:rPr lang="es-MX" b="1" dirty="0" err="1"/>
              <a:t>Persona__edad</a:t>
            </a:r>
            <a:r>
              <a:rPr lang="es-MX" dirty="0"/>
              <a:t>. Esto hace más difícil acceder a él por error desde fuera o desde subclases.</a:t>
            </a:r>
            <a:endParaRPr lang="es-MX" dirty="0">
              <a:solidFill>
                <a:srgbClr val="1F1F1F"/>
              </a:solidFill>
              <a:latin typeface="Google Sans Flex"/>
            </a:endParaRPr>
          </a:p>
          <a:p>
            <a:pPr algn="just" rtl="0">
              <a:spcAft>
                <a:spcPts val="600"/>
              </a:spcAft>
              <a:buNone/>
            </a:pPr>
            <a:r>
              <a:rPr lang="es-MX" b="0" dirty="0">
                <a:solidFill>
                  <a:srgbClr val="1F1F1F"/>
                </a:solidFill>
                <a:effectLst/>
                <a:latin typeface="Google Sans Flex"/>
              </a:rPr>
              <a:t>Es un atributo accesible </a:t>
            </a:r>
            <a:r>
              <a:rPr lang="es-MX" b="1" dirty="0">
                <a:solidFill>
                  <a:srgbClr val="1F1F1F"/>
                </a:solidFill>
                <a:effectLst/>
                <a:latin typeface="Google Sans Flex"/>
              </a:rPr>
              <a:t>únicamente dentro de la clase</a:t>
            </a:r>
            <a:r>
              <a:rPr lang="es-MX" b="0" dirty="0">
                <a:solidFill>
                  <a:srgbClr val="1F1F1F"/>
                </a:solidFill>
                <a:effectLst/>
                <a:latin typeface="Google Sans Flex"/>
              </a:rPr>
              <a:t> que lo define.</a:t>
            </a:r>
          </a:p>
          <a:p>
            <a:pPr marL="285750" indent="-285750" algn="just" rtl="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MX" b="1" dirty="0">
                <a:solidFill>
                  <a:srgbClr val="1F1F1F"/>
                </a:solidFill>
                <a:effectLst/>
                <a:latin typeface="Google Sans Flex"/>
              </a:rPr>
              <a:t>Acceso:</a:t>
            </a:r>
            <a:r>
              <a:rPr lang="es-MX" b="0" dirty="0">
                <a:solidFill>
                  <a:srgbClr val="1F1F1F"/>
                </a:solidFill>
                <a:effectLst/>
                <a:latin typeface="Google Sans Flex"/>
              </a:rPr>
              <a:t> Directo solo por los métodos internos de la propia clase.</a:t>
            </a:r>
          </a:p>
          <a:p>
            <a:pPr marL="285750" indent="-285750" algn="just" rtl="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MX" b="1" dirty="0">
                <a:solidFill>
                  <a:srgbClr val="1F1F1F"/>
                </a:solidFill>
                <a:effectLst/>
                <a:latin typeface="Google Sans Flex"/>
              </a:rPr>
              <a:t>Seguridad:</a:t>
            </a:r>
            <a:r>
              <a:rPr lang="es-MX" b="0" dirty="0">
                <a:solidFill>
                  <a:srgbClr val="1F1F1F"/>
                </a:solidFill>
                <a:effectLst/>
                <a:latin typeface="Google Sans Flex"/>
              </a:rPr>
              <a:t> Alta. Protege la integridad de los datos, impidiendo que el exterior modifique el estado interno del objeto de forma inesperada.</a:t>
            </a:r>
          </a:p>
          <a:p>
            <a:pPr marL="285750" indent="-285750" algn="just" rtl="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MX" b="1" dirty="0">
                <a:solidFill>
                  <a:srgbClr val="1F1F1F"/>
                </a:solidFill>
                <a:effectLst/>
                <a:latin typeface="Google Sans Flex"/>
              </a:rPr>
              <a:t>Uso:</a:t>
            </a:r>
            <a:r>
              <a:rPr lang="es-MX" b="0" dirty="0">
                <a:solidFill>
                  <a:srgbClr val="1F1F1F"/>
                </a:solidFill>
                <a:effectLst/>
                <a:latin typeface="Google Sans Flex"/>
              </a:rPr>
              <a:t> Para datos sensibles o internos que no deben ser manipulados directamente desde fuera. Para interactuar con ellos, se suelen utilizar métodos públicos especiales llamados </a:t>
            </a:r>
            <a:r>
              <a:rPr lang="es-MX" b="1" i="1" dirty="0" err="1">
                <a:solidFill>
                  <a:srgbClr val="1F1F1F"/>
                </a:solidFill>
                <a:effectLst/>
                <a:latin typeface="Google Sans Flex"/>
              </a:rPr>
              <a:t>Getters</a:t>
            </a:r>
            <a:r>
              <a:rPr lang="es-MX" b="0" dirty="0">
                <a:solidFill>
                  <a:srgbClr val="1F1F1F"/>
                </a:solidFill>
                <a:effectLst/>
                <a:latin typeface="Google Sans Flex"/>
              </a:rPr>
              <a:t> (para leer) y </a:t>
            </a:r>
            <a:r>
              <a:rPr lang="es-MX" b="1" i="1" dirty="0" err="1">
                <a:solidFill>
                  <a:srgbClr val="1F1F1F"/>
                </a:solidFill>
                <a:effectLst/>
                <a:latin typeface="Google Sans Flex"/>
              </a:rPr>
              <a:t>Setters</a:t>
            </a:r>
            <a:r>
              <a:rPr lang="es-MX" b="0" dirty="0">
                <a:solidFill>
                  <a:srgbClr val="1F1F1F"/>
                </a:solidFill>
                <a:effectLst/>
                <a:latin typeface="Google Sans Flex"/>
              </a:rPr>
              <a:t> (para modificar).</a:t>
            </a:r>
          </a:p>
        </p:txBody>
      </p:sp>
    </p:spTree>
    <p:extLst>
      <p:ext uri="{BB962C8B-B14F-4D97-AF65-F5344CB8AC3E}">
        <p14:creationId xmlns:p14="http://schemas.microsoft.com/office/powerpoint/2010/main" val="24857108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>
            <a:extLst>
              <a:ext uri="{FF2B5EF4-FFF2-40B4-BE49-F238E27FC236}">
                <a16:creationId xmlns:a16="http://schemas.microsoft.com/office/drawing/2014/main" id="{7CE40F4F-E91D-42FD-B661-EAA8BC18ABC8}"/>
              </a:ext>
            </a:extLst>
          </p:cNvPr>
          <p:cNvSpPr txBox="1">
            <a:spLocks noChangeArrowheads="1"/>
          </p:cNvSpPr>
          <p:nvPr/>
        </p:nvSpPr>
        <p:spPr>
          <a:xfrm>
            <a:off x="0" y="-27383"/>
            <a:ext cx="9144000" cy="10081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_tradnl" altLang="es-MX" sz="3200" b="1" dirty="0">
                <a:solidFill>
                  <a:schemeClr val="accent4">
                    <a:lumMod val="50000"/>
                  </a:schemeClr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</a:rPr>
              <a:t>Encapsulamiento : atributos privados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1F896577-4B60-4BA6-A121-97638A434181}"/>
              </a:ext>
            </a:extLst>
          </p:cNvPr>
          <p:cNvSpPr txBox="1"/>
          <p:nvPr/>
        </p:nvSpPr>
        <p:spPr>
          <a:xfrm>
            <a:off x="107504" y="889323"/>
            <a:ext cx="8712968" cy="7075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2500"/>
              </a:lnSpc>
            </a:pPr>
            <a:r>
              <a:rPr lang="es-ES" sz="1600" b="1" dirty="0">
                <a:solidFill>
                  <a:schemeClr val="accent6">
                    <a:lumMod val="75000"/>
                  </a:schemeClr>
                </a:solidFill>
              </a:rPr>
              <a:t>El encapsulamiento hace referencia a la capacidad que tiene un objeto de ocultar su estado, de manera que sus datos solo se puedan modificar por medio de las operaciones (métodos) que ofrece. </a:t>
            </a:r>
            <a:endParaRPr lang="es-ES" sz="1600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B73C42C7-85D9-4D9B-B558-211E4812A4BA}"/>
              </a:ext>
            </a:extLst>
          </p:cNvPr>
          <p:cNvSpPr txBox="1"/>
          <p:nvPr/>
        </p:nvSpPr>
        <p:spPr>
          <a:xfrm>
            <a:off x="215516" y="1844824"/>
            <a:ext cx="8496944" cy="19899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lnSpc>
                <a:spcPts val="2500"/>
              </a:lnSpc>
              <a:buFont typeface="Arial" panose="020B0604020202020204" pitchFamily="34" charset="0"/>
              <a:buChar char="•"/>
            </a:pPr>
            <a:r>
              <a:rPr lang="es-ES" sz="16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En Python, todos los </a:t>
            </a:r>
            <a:r>
              <a:rPr lang="es-ES" sz="1600" b="1" dirty="0">
                <a:solidFill>
                  <a:srgbClr val="00B050"/>
                </a:solidFill>
              </a:rPr>
              <a:t>atributos de una clase (atributos de datos y métodos) son públicos</a:t>
            </a:r>
            <a:r>
              <a:rPr lang="es-ES" sz="16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. Esto quiere decir que desde un código que use la clase, se puede acceder a todos los atributos y métodos de dicha clase.</a:t>
            </a:r>
          </a:p>
          <a:p>
            <a:pPr marL="285750" indent="-285750" algn="just">
              <a:lnSpc>
                <a:spcPts val="2500"/>
              </a:lnSpc>
              <a:buFont typeface="Arial" panose="020B0604020202020204" pitchFamily="34" charset="0"/>
              <a:buChar char="•"/>
            </a:pPr>
            <a:r>
              <a:rPr lang="es-ES" sz="16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Hay una forma de indicar en Python que un atributo, ya sea un dato o un método, es interno a una clase y no se debería utilizar fuera de ella. Esto es usando el carácter </a:t>
            </a:r>
            <a:r>
              <a:rPr lang="es-ES" sz="1600" b="1" dirty="0">
                <a:solidFill>
                  <a:srgbClr val="0070C0"/>
                </a:solidFill>
              </a:rPr>
              <a:t>guión bajo _atributo</a:t>
            </a:r>
            <a:r>
              <a:rPr lang="es-ES" sz="16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antes del nombre del atributo que queramos ocultar.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FB8BFC6F-E8A3-4523-932A-E0C8FFD40C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1560" y="4082728"/>
            <a:ext cx="6191250" cy="2085975"/>
          </a:xfrm>
          <a:prstGeom prst="rect">
            <a:avLst/>
          </a:prstGeom>
        </p:spPr>
      </p:pic>
      <p:sp>
        <p:nvSpPr>
          <p:cNvPr id="6" name="Rectángulo 5">
            <a:extLst>
              <a:ext uri="{FF2B5EF4-FFF2-40B4-BE49-F238E27FC236}">
                <a16:creationId xmlns:a16="http://schemas.microsoft.com/office/drawing/2014/main" id="{00A8FDE6-4A3E-4FB3-9730-D3716FB038D5}"/>
              </a:ext>
            </a:extLst>
          </p:cNvPr>
          <p:cNvSpPr/>
          <p:nvPr/>
        </p:nvSpPr>
        <p:spPr>
          <a:xfrm>
            <a:off x="1402928" y="4509120"/>
            <a:ext cx="2304257" cy="2880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6743790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>
            <a:extLst>
              <a:ext uri="{FF2B5EF4-FFF2-40B4-BE49-F238E27FC236}">
                <a16:creationId xmlns:a16="http://schemas.microsoft.com/office/drawing/2014/main" id="{7CE40F4F-E91D-42FD-B661-EAA8BC18ABC8}"/>
              </a:ext>
            </a:extLst>
          </p:cNvPr>
          <p:cNvSpPr txBox="1">
            <a:spLocks noChangeArrowheads="1"/>
          </p:cNvSpPr>
          <p:nvPr/>
        </p:nvSpPr>
        <p:spPr>
          <a:xfrm>
            <a:off x="0" y="-27383"/>
            <a:ext cx="9144000" cy="10081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_tradnl" altLang="es-MX" sz="3200" b="1" dirty="0">
                <a:solidFill>
                  <a:schemeClr val="accent4">
                    <a:lumMod val="50000"/>
                  </a:schemeClr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</a:rPr>
              <a:t>Encapsulamiento : atributos privados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B73C42C7-85D9-4D9B-B558-211E4812A4BA}"/>
              </a:ext>
            </a:extLst>
          </p:cNvPr>
          <p:cNvSpPr txBox="1"/>
          <p:nvPr/>
        </p:nvSpPr>
        <p:spPr>
          <a:xfrm>
            <a:off x="683568" y="992074"/>
            <a:ext cx="8136904" cy="7075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ts val="2500"/>
              </a:lnSpc>
            </a:pPr>
            <a:r>
              <a:rPr lang="es-ES" sz="16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El atributo seguirá siendo accesible desde fuera de la clase, pero el programador está indicando que es privado y no debería utilizarse porque no se sabe qué consecuencias puede tener. 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FB8BFC6F-E8A3-4523-932A-E0C8FFD40C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3238" y="2031248"/>
            <a:ext cx="6191250" cy="2085975"/>
          </a:xfrm>
          <a:prstGeom prst="rect">
            <a:avLst/>
          </a:prstGeom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1A31B860-4D96-42F7-AAE9-758325AD51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73238" y="4258104"/>
            <a:ext cx="2581275" cy="1819275"/>
          </a:xfrm>
          <a:prstGeom prst="rect">
            <a:avLst/>
          </a:prstGeom>
        </p:spPr>
      </p:pic>
      <p:sp>
        <p:nvSpPr>
          <p:cNvPr id="11" name="CuadroTexto 10">
            <a:extLst>
              <a:ext uri="{FF2B5EF4-FFF2-40B4-BE49-F238E27FC236}">
                <a16:creationId xmlns:a16="http://schemas.microsoft.com/office/drawing/2014/main" id="{C48A7B3E-ED1B-4D54-946B-19057C587271}"/>
              </a:ext>
            </a:extLst>
          </p:cNvPr>
          <p:cNvSpPr txBox="1"/>
          <p:nvPr/>
        </p:nvSpPr>
        <p:spPr>
          <a:xfrm>
            <a:off x="686826" y="1907599"/>
            <a:ext cx="1872208" cy="13195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ts val="2500"/>
              </a:lnSpc>
              <a:spcAft>
                <a:spcPts val="1200"/>
              </a:spcAft>
            </a:pPr>
            <a:r>
              <a:rPr lang="es-ES" sz="16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Ejemplo: </a:t>
            </a:r>
          </a:p>
          <a:p>
            <a:pPr>
              <a:lnSpc>
                <a:spcPts val="2000"/>
              </a:lnSpc>
            </a:pPr>
            <a:r>
              <a:rPr lang="es-ES" sz="14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La </a:t>
            </a:r>
            <a:r>
              <a:rPr lang="es-ES" sz="14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clase A </a:t>
            </a:r>
            <a:r>
              <a:rPr lang="es-ES" sz="14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define el </a:t>
            </a:r>
            <a:r>
              <a:rPr lang="es-ES" sz="1400" b="1" dirty="0">
                <a:solidFill>
                  <a:schemeClr val="accent6">
                    <a:lumMod val="75000"/>
                  </a:schemeClr>
                </a:solidFill>
              </a:rPr>
              <a:t>atributo privado</a:t>
            </a:r>
            <a:r>
              <a:rPr lang="es-ES" sz="1400" dirty="0">
                <a:solidFill>
                  <a:schemeClr val="accent6">
                    <a:lumMod val="75000"/>
                  </a:schemeClr>
                </a:solidFill>
              </a:rPr>
              <a:t> </a:t>
            </a:r>
            <a:r>
              <a:rPr lang="es-ES" sz="1400" b="1" dirty="0">
                <a:solidFill>
                  <a:srgbClr val="0070C0"/>
                </a:solidFill>
              </a:rPr>
              <a:t>_contador</a:t>
            </a:r>
            <a:endParaRPr lang="es-ES" sz="1400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17F98069-7653-4E51-A1F8-70D3A40605DB}"/>
              </a:ext>
            </a:extLst>
          </p:cNvPr>
          <p:cNvSpPr txBox="1"/>
          <p:nvPr/>
        </p:nvSpPr>
        <p:spPr>
          <a:xfrm>
            <a:off x="683568" y="4258104"/>
            <a:ext cx="1801638" cy="8450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ts val="2000"/>
              </a:lnSpc>
            </a:pPr>
            <a:r>
              <a:rPr lang="es-ES" sz="14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Un ejemplo de uso de la clase sería el siguiente:</a:t>
            </a: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2ECBEF75-283F-48D0-AC07-B3DB281F0998}"/>
              </a:ext>
            </a:extLst>
          </p:cNvPr>
          <p:cNvSpPr txBox="1"/>
          <p:nvPr/>
        </p:nvSpPr>
        <p:spPr>
          <a:xfrm>
            <a:off x="663431" y="5563328"/>
            <a:ext cx="2096301" cy="851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000"/>
              </a:lnSpc>
            </a:pPr>
            <a:r>
              <a:rPr lang="es-ES" sz="14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Es posible acceder al atributo privado, aunque no se debiera.</a:t>
            </a:r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D1A9E345-1E86-4B38-A78C-641607DFE0D8}"/>
              </a:ext>
            </a:extLst>
          </p:cNvPr>
          <p:cNvSpPr/>
          <p:nvPr/>
        </p:nvSpPr>
        <p:spPr>
          <a:xfrm>
            <a:off x="2794701" y="5596241"/>
            <a:ext cx="2581275" cy="48113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30594989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>
            <a:extLst>
              <a:ext uri="{FF2B5EF4-FFF2-40B4-BE49-F238E27FC236}">
                <a16:creationId xmlns:a16="http://schemas.microsoft.com/office/drawing/2014/main" id="{7CE40F4F-E91D-42FD-B661-EAA8BC18ABC8}"/>
              </a:ext>
            </a:extLst>
          </p:cNvPr>
          <p:cNvSpPr txBox="1">
            <a:spLocks noChangeArrowheads="1"/>
          </p:cNvSpPr>
          <p:nvPr/>
        </p:nvSpPr>
        <p:spPr>
          <a:xfrm>
            <a:off x="0" y="-27383"/>
            <a:ext cx="9144000" cy="10081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_tradnl" altLang="es-MX" sz="3200" b="1" dirty="0">
                <a:solidFill>
                  <a:schemeClr val="accent4">
                    <a:lumMod val="50000"/>
                  </a:schemeClr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</a:rPr>
              <a:t>Encapsulamiento : atributos privados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B73C42C7-85D9-4D9B-B558-211E4812A4BA}"/>
              </a:ext>
            </a:extLst>
          </p:cNvPr>
          <p:cNvSpPr txBox="1"/>
          <p:nvPr/>
        </p:nvSpPr>
        <p:spPr>
          <a:xfrm>
            <a:off x="467544" y="1071605"/>
            <a:ext cx="8149128" cy="10281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ts val="2500"/>
              </a:lnSpc>
            </a:pPr>
            <a:r>
              <a:rPr lang="es-ES" sz="16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También es posible usar un </a:t>
            </a:r>
            <a:r>
              <a:rPr lang="es-ES" sz="1600" b="1" dirty="0">
                <a:solidFill>
                  <a:srgbClr val="0070C0"/>
                </a:solidFill>
              </a:rPr>
              <a:t>doble guión bajo</a:t>
            </a:r>
            <a:r>
              <a:rPr lang="es-ES" sz="16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s-ES" sz="1600" b="1" dirty="0">
                <a:solidFill>
                  <a:srgbClr val="0070C0"/>
                </a:solidFill>
              </a:rPr>
              <a:t>__atributo</a:t>
            </a:r>
            <a:r>
              <a:rPr lang="es-ES" sz="16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. Esto hace que el identificador sea literalmente reemplazado por el texto </a:t>
            </a:r>
            <a:r>
              <a:rPr lang="es-ES" sz="1600" b="1" dirty="0">
                <a:solidFill>
                  <a:schemeClr val="accent6">
                    <a:lumMod val="75000"/>
                  </a:schemeClr>
                </a:solidFill>
              </a:rPr>
              <a:t>_Clase__atributo</a:t>
            </a:r>
            <a:r>
              <a:rPr lang="es-ES" sz="16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, donde </a:t>
            </a:r>
            <a:r>
              <a:rPr lang="es-ES" sz="1600" b="1" dirty="0">
                <a:solidFill>
                  <a:srgbClr val="FF0000"/>
                </a:solidFill>
              </a:rPr>
              <a:t>Clase</a:t>
            </a:r>
            <a:r>
              <a:rPr lang="es-ES" sz="1600" dirty="0">
                <a:solidFill>
                  <a:srgbClr val="FF0000"/>
                </a:solidFill>
              </a:rPr>
              <a:t> </a:t>
            </a:r>
            <a:r>
              <a:rPr lang="es-ES" sz="16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es el nombre de la clase actual. </a:t>
            </a:r>
          </a:p>
        </p:txBody>
      </p:sp>
      <p:pic>
        <p:nvPicPr>
          <p:cNvPr id="14" name="Imagen 13">
            <a:extLst>
              <a:ext uri="{FF2B5EF4-FFF2-40B4-BE49-F238E27FC236}">
                <a16:creationId xmlns:a16="http://schemas.microsoft.com/office/drawing/2014/main" id="{FE5193A2-5AC9-4984-8F1D-C88888E5EE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43808" y="2085721"/>
            <a:ext cx="5472608" cy="1824203"/>
          </a:xfrm>
          <a:prstGeom prst="rect">
            <a:avLst/>
          </a:prstGeom>
        </p:spPr>
      </p:pic>
      <p:sp>
        <p:nvSpPr>
          <p:cNvPr id="17" name="CuadroTexto 16">
            <a:extLst>
              <a:ext uri="{FF2B5EF4-FFF2-40B4-BE49-F238E27FC236}">
                <a16:creationId xmlns:a16="http://schemas.microsoft.com/office/drawing/2014/main" id="{A4FA2A5F-F2E3-4AA0-A1A4-0FCE88899775}"/>
              </a:ext>
            </a:extLst>
          </p:cNvPr>
          <p:cNvSpPr txBox="1"/>
          <p:nvPr/>
        </p:nvSpPr>
        <p:spPr>
          <a:xfrm>
            <a:off x="467544" y="2190583"/>
            <a:ext cx="1997631" cy="16144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000"/>
              </a:lnSpc>
            </a:pPr>
            <a:r>
              <a:rPr lang="es-ES" sz="14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A diferencia del ejercicio anterior, la </a:t>
            </a:r>
            <a:r>
              <a:rPr lang="es-ES" sz="1400" b="1" dirty="0">
                <a:solidFill>
                  <a:srgbClr val="0070C0"/>
                </a:solidFill>
              </a:rPr>
              <a:t>clase B </a:t>
            </a:r>
            <a:r>
              <a:rPr lang="es-ES" sz="14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define el </a:t>
            </a:r>
            <a:r>
              <a:rPr lang="es-ES" sz="1400" b="1" dirty="0">
                <a:solidFill>
                  <a:srgbClr val="00B050"/>
                </a:solidFill>
              </a:rPr>
              <a:t>atributo privado </a:t>
            </a:r>
            <a:r>
              <a:rPr lang="es-ES" sz="1400" b="1" dirty="0">
                <a:solidFill>
                  <a:schemeClr val="accent6">
                    <a:lumMod val="75000"/>
                  </a:schemeClr>
                </a:solidFill>
              </a:rPr>
              <a:t>__contador </a:t>
            </a:r>
            <a:r>
              <a:rPr lang="es-ES" sz="14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anteponiendo un </a:t>
            </a:r>
            <a:r>
              <a:rPr lang="es-ES" sz="1400" b="1" dirty="0">
                <a:solidFill>
                  <a:srgbClr val="0070C0"/>
                </a:solidFill>
              </a:rPr>
              <a:t>doble guion bajo</a:t>
            </a:r>
            <a:r>
              <a:rPr lang="es-ES" sz="14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. </a:t>
            </a:r>
            <a:endParaRPr lang="es-ES" sz="1600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pic>
        <p:nvPicPr>
          <p:cNvPr id="19" name="Imagen 18">
            <a:extLst>
              <a:ext uri="{FF2B5EF4-FFF2-40B4-BE49-F238E27FC236}">
                <a16:creationId xmlns:a16="http://schemas.microsoft.com/office/drawing/2014/main" id="{167C1CD6-012D-4A74-AB0F-EF0E5F9694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59278" y="4221088"/>
            <a:ext cx="5378622" cy="2105026"/>
          </a:xfrm>
          <a:prstGeom prst="rect">
            <a:avLst/>
          </a:prstGeom>
        </p:spPr>
      </p:pic>
      <p:sp>
        <p:nvSpPr>
          <p:cNvPr id="20" name="CuadroTexto 19">
            <a:extLst>
              <a:ext uri="{FF2B5EF4-FFF2-40B4-BE49-F238E27FC236}">
                <a16:creationId xmlns:a16="http://schemas.microsoft.com/office/drawing/2014/main" id="{5CA59DD9-3BE3-4F8D-938F-FF78B6BDFF41}"/>
              </a:ext>
            </a:extLst>
          </p:cNvPr>
          <p:cNvSpPr txBox="1"/>
          <p:nvPr/>
        </p:nvSpPr>
        <p:spPr>
          <a:xfrm>
            <a:off x="441945" y="4149080"/>
            <a:ext cx="1997631" cy="18709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000"/>
              </a:lnSpc>
            </a:pPr>
            <a:r>
              <a:rPr lang="es-ES" sz="14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El resultado cambia, ya que no se puede acceder al atributo </a:t>
            </a:r>
            <a:r>
              <a:rPr lang="es-ES" sz="1400" b="1" dirty="0">
                <a:solidFill>
                  <a:schemeClr val="accent6">
                    <a:lumMod val="75000"/>
                  </a:schemeClr>
                </a:solidFill>
              </a:rPr>
              <a:t>__contador</a:t>
            </a:r>
            <a:r>
              <a:rPr lang="es-ES" sz="14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fuera de la clase. Este identificador se ha sustituido por </a:t>
            </a:r>
            <a:r>
              <a:rPr lang="es-ES" sz="1400" b="1" dirty="0">
                <a:solidFill>
                  <a:schemeClr val="accent6">
                    <a:lumMod val="75000"/>
                  </a:schemeClr>
                </a:solidFill>
              </a:rPr>
              <a:t>_B__contador</a:t>
            </a:r>
            <a:r>
              <a:rPr lang="es-ES" sz="14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.</a:t>
            </a:r>
            <a:endParaRPr lang="es-ES" sz="1600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21" name="Rectángulo 20">
            <a:extLst>
              <a:ext uri="{FF2B5EF4-FFF2-40B4-BE49-F238E27FC236}">
                <a16:creationId xmlns:a16="http://schemas.microsoft.com/office/drawing/2014/main" id="{A56D7C7D-3DA4-4097-88C7-D99004D02C66}"/>
              </a:ext>
            </a:extLst>
          </p:cNvPr>
          <p:cNvSpPr/>
          <p:nvPr/>
        </p:nvSpPr>
        <p:spPr>
          <a:xfrm>
            <a:off x="2843808" y="5157192"/>
            <a:ext cx="5394092" cy="122413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217986328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>
            <a:extLst>
              <a:ext uri="{FF2B5EF4-FFF2-40B4-BE49-F238E27FC236}">
                <a16:creationId xmlns:a16="http://schemas.microsoft.com/office/drawing/2014/main" id="{7CE40F4F-E91D-42FD-B661-EAA8BC18ABC8}"/>
              </a:ext>
            </a:extLst>
          </p:cNvPr>
          <p:cNvSpPr txBox="1">
            <a:spLocks noChangeArrowheads="1"/>
          </p:cNvSpPr>
          <p:nvPr/>
        </p:nvSpPr>
        <p:spPr>
          <a:xfrm>
            <a:off x="0" y="-27383"/>
            <a:ext cx="9144000" cy="10081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_tradnl" altLang="es-MX" sz="3200" b="1" dirty="0">
                <a:solidFill>
                  <a:schemeClr val="accent4">
                    <a:lumMod val="50000"/>
                  </a:schemeClr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</a:rPr>
              <a:t>Encapsulamiento : atributos privados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B73C42C7-85D9-4D9B-B558-211E4812A4BA}"/>
              </a:ext>
            </a:extLst>
          </p:cNvPr>
          <p:cNvSpPr txBox="1"/>
          <p:nvPr/>
        </p:nvSpPr>
        <p:spPr>
          <a:xfrm>
            <a:off x="467544" y="1071605"/>
            <a:ext cx="7992888" cy="19899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ts val="2500"/>
              </a:lnSpc>
            </a:pPr>
            <a:r>
              <a:rPr lang="es-ES" sz="16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Los </a:t>
            </a:r>
            <a:r>
              <a:rPr lang="es-ES" sz="1600" b="1" dirty="0">
                <a:solidFill>
                  <a:srgbClr val="0070C0"/>
                </a:solidFill>
              </a:rPr>
              <a:t>atributos de clase </a:t>
            </a:r>
            <a:r>
              <a:rPr lang="es-ES" sz="16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pueden ocultarse para que no sean accedidos desde fuera de la definición de una clase. Para ello, es necesario nombrar los atributos con un prefijo de doble subrayado: </a:t>
            </a:r>
            <a:r>
              <a:rPr lang="es-ES" sz="1600" b="1" dirty="0">
                <a:solidFill>
                  <a:schemeClr val="accent6">
                    <a:lumMod val="75000"/>
                  </a:schemeClr>
                </a:solidFill>
              </a:rPr>
              <a:t>__atributo</a:t>
            </a:r>
          </a:p>
          <a:p>
            <a:pPr algn="just">
              <a:lnSpc>
                <a:spcPts val="2500"/>
              </a:lnSpc>
            </a:pPr>
            <a:endParaRPr lang="es-ES" sz="1600" b="1" dirty="0">
              <a:solidFill>
                <a:schemeClr val="accent6">
                  <a:lumMod val="75000"/>
                </a:schemeClr>
              </a:solidFill>
            </a:endParaRPr>
          </a:p>
          <a:p>
            <a:pPr algn="just">
              <a:lnSpc>
                <a:spcPts val="2500"/>
              </a:lnSpc>
            </a:pPr>
            <a:endParaRPr lang="es-ES" sz="1600" b="1" dirty="0">
              <a:solidFill>
                <a:schemeClr val="accent6">
                  <a:lumMod val="75000"/>
                </a:schemeClr>
              </a:solidFill>
            </a:endParaRPr>
          </a:p>
          <a:p>
            <a:pPr algn="just">
              <a:lnSpc>
                <a:spcPts val="2500"/>
              </a:lnSpc>
            </a:pPr>
            <a:endParaRPr lang="es-ES" sz="1600" b="1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1288C872-2009-4CB2-825E-4AA3461EF38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7544" y="2348880"/>
            <a:ext cx="4887566" cy="36471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MX" altLang="es-MX" sz="1200" i="0" u="none" strike="noStrike" cap="none" normalizeH="0" baseline="0" dirty="0">
                <a:ln>
                  <a:noFill/>
                </a:ln>
                <a:solidFill>
                  <a:srgbClr val="000088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class</a:t>
            </a:r>
            <a:r>
              <a:rPr kumimoji="0" lang="es-MX" altLang="es-MX" sz="12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es-MX" altLang="es-MX" sz="1200" i="0" u="none" strike="noStrike" cap="none" normalizeH="0" baseline="0" dirty="0">
                <a:ln>
                  <a:noFill/>
                </a:ln>
                <a:solidFill>
                  <a:srgbClr val="660066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Factura</a:t>
            </a:r>
            <a:r>
              <a:rPr kumimoji="0" lang="es-MX" altLang="es-MX" sz="1200" i="0" u="none" strike="noStrike" cap="none" normalizeH="0" baseline="0" dirty="0">
                <a:ln>
                  <a:noFill/>
                </a:ln>
                <a:solidFill>
                  <a:srgbClr val="6666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kumimoji="0" lang="es-MX" altLang="es-MX" sz="12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s-MX" altLang="es-MX" sz="12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kumimoji="0" lang="es-MX" altLang="es-MX" sz="12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__tasa </a:t>
            </a:r>
            <a:r>
              <a:rPr kumimoji="0" lang="es-MX" altLang="es-MX" sz="1200" i="0" u="none" strike="noStrike" cap="none" normalizeH="0" baseline="0" dirty="0">
                <a:ln>
                  <a:noFill/>
                </a:ln>
                <a:solidFill>
                  <a:srgbClr val="666600"/>
                </a:solidFill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kumimoji="0" lang="es-MX" altLang="es-MX" sz="12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es-MX" altLang="es-MX" sz="1200" i="0" u="none" strike="noStrike" cap="none" normalizeH="0" baseline="0" dirty="0">
                <a:ln>
                  <a:noFill/>
                </a:ln>
                <a:solidFill>
                  <a:srgbClr val="006666"/>
                </a:solidFill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19</a:t>
            </a:r>
            <a:r>
              <a:rPr kumimoji="0" lang="es-MX" altLang="es-MX" sz="12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MX" altLang="es-MX" sz="1200" i="0" u="none" strike="noStrike" cap="none" normalizeH="0" baseline="0" dirty="0">
                <a:ln>
                  <a:noFill/>
                </a:ln>
                <a:solidFill>
                  <a:srgbClr val="000088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s-MX" altLang="es-MX" sz="1200" dirty="0">
                <a:solidFill>
                  <a:srgbClr val="00008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kumimoji="0" lang="es-MX" altLang="es-MX" sz="1200" i="0" u="none" strike="noStrike" cap="none" normalizeH="0" baseline="0" dirty="0">
                <a:ln>
                  <a:noFill/>
                </a:ln>
                <a:solidFill>
                  <a:srgbClr val="000088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kumimoji="0" lang="es-MX" altLang="es-MX" sz="12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__init__</a:t>
            </a:r>
            <a:r>
              <a:rPr kumimoji="0" lang="es-MX" altLang="es-MX" sz="1200" i="0" u="none" strike="noStrike" cap="none" normalizeH="0" baseline="0" dirty="0">
                <a:ln>
                  <a:noFill/>
                </a:ln>
                <a:solidFill>
                  <a:srgbClr val="6666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kumimoji="0" lang="es-MX" altLang="es-MX" sz="1200" i="0" u="none" strike="noStrike" cap="none" normalizeH="0" baseline="0" dirty="0">
                <a:ln>
                  <a:noFill/>
                </a:ln>
                <a:solidFill>
                  <a:srgbClr val="000088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self</a:t>
            </a:r>
            <a:r>
              <a:rPr kumimoji="0" lang="es-MX" altLang="es-MX" sz="1200" i="0" u="none" strike="noStrike" cap="none" normalizeH="0" baseline="0" dirty="0">
                <a:ln>
                  <a:noFill/>
                </a:ln>
                <a:solidFill>
                  <a:srgbClr val="6666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kumimoji="0" lang="es-MX" altLang="es-MX" sz="12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unidad</a:t>
            </a:r>
            <a:r>
              <a:rPr kumimoji="0" lang="es-MX" altLang="es-MX" sz="1200" i="0" u="none" strike="noStrike" cap="none" normalizeH="0" baseline="0" dirty="0">
                <a:ln>
                  <a:noFill/>
                </a:ln>
                <a:solidFill>
                  <a:srgbClr val="6666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kumimoji="0" lang="es-MX" altLang="es-MX" sz="12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precio</a:t>
            </a:r>
            <a:r>
              <a:rPr kumimoji="0" lang="es-MX" altLang="es-MX" sz="1200" i="0" u="none" strike="noStrike" cap="none" normalizeH="0" baseline="0" dirty="0">
                <a:ln>
                  <a:noFill/>
                </a:ln>
                <a:solidFill>
                  <a:srgbClr val="6666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):</a:t>
            </a:r>
            <a:r>
              <a:rPr kumimoji="0" lang="es-MX" altLang="es-MX" sz="12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MX" altLang="es-MX" sz="12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        </a:t>
            </a:r>
            <a:r>
              <a:rPr kumimoji="0" lang="es-MX" altLang="es-MX" sz="1200" i="0" u="none" strike="noStrike" cap="none" normalizeH="0" baseline="0" dirty="0">
                <a:ln>
                  <a:noFill/>
                </a:ln>
                <a:solidFill>
                  <a:srgbClr val="000088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self</a:t>
            </a:r>
            <a:r>
              <a:rPr kumimoji="0" lang="es-MX" altLang="es-MX" sz="1200" i="0" u="none" strike="noStrike" cap="none" normalizeH="0" baseline="0" dirty="0">
                <a:ln>
                  <a:noFill/>
                </a:ln>
                <a:solidFill>
                  <a:srgbClr val="6666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kumimoji="0" lang="es-MX" altLang="es-MX" sz="12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unidad </a:t>
            </a:r>
            <a:r>
              <a:rPr kumimoji="0" lang="es-MX" altLang="es-MX" sz="1200" i="0" u="none" strike="noStrike" cap="none" normalizeH="0" baseline="0" dirty="0">
                <a:ln>
                  <a:noFill/>
                </a:ln>
                <a:solidFill>
                  <a:srgbClr val="6666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kumimoji="0" lang="es-MX" altLang="es-MX" sz="12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unidad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s-MX" altLang="es-MX" sz="12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</a:t>
            </a:r>
            <a:r>
              <a:rPr kumimoji="0" lang="es-MX" altLang="es-MX" sz="1200" i="0" u="none" strike="noStrike" cap="none" normalizeH="0" baseline="0" dirty="0">
                <a:ln>
                  <a:noFill/>
                </a:ln>
                <a:solidFill>
                  <a:srgbClr val="000088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self</a:t>
            </a:r>
            <a:r>
              <a:rPr kumimoji="0" lang="es-MX" altLang="es-MX" sz="1200" i="0" u="none" strike="noStrike" cap="none" normalizeH="0" baseline="0" dirty="0">
                <a:ln>
                  <a:noFill/>
                </a:ln>
                <a:solidFill>
                  <a:srgbClr val="6666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kumimoji="0" lang="es-MX" altLang="es-MX" sz="12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precio </a:t>
            </a:r>
            <a:r>
              <a:rPr kumimoji="0" lang="es-MX" altLang="es-MX" sz="1200" i="0" u="none" strike="noStrike" cap="none" normalizeH="0" baseline="0" dirty="0">
                <a:ln>
                  <a:noFill/>
                </a:ln>
                <a:solidFill>
                  <a:srgbClr val="6666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kumimoji="0" lang="es-MX" altLang="es-MX" sz="12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precio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s-MX" altLang="es-MX" sz="12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MX" altLang="es-MX" sz="12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kumimoji="0" lang="es-MX" altLang="es-MX" sz="1200" i="0" u="none" strike="noStrike" cap="none" normalizeH="0" baseline="0" dirty="0">
                <a:ln>
                  <a:noFill/>
                </a:ln>
                <a:solidFill>
                  <a:srgbClr val="000088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kumimoji="0" lang="es-MX" altLang="es-MX" sz="12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a_pagar</a:t>
            </a:r>
            <a:r>
              <a:rPr kumimoji="0" lang="es-MX" altLang="es-MX" sz="1200" i="0" u="none" strike="noStrike" cap="none" normalizeH="0" baseline="0" dirty="0">
                <a:ln>
                  <a:noFill/>
                </a:ln>
                <a:solidFill>
                  <a:srgbClr val="6666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kumimoji="0" lang="es-MX" altLang="es-MX" sz="1200" i="0" u="none" strike="noStrike" cap="none" normalizeH="0" baseline="0" dirty="0">
                <a:ln>
                  <a:noFill/>
                </a:ln>
                <a:solidFill>
                  <a:srgbClr val="000088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self</a:t>
            </a:r>
            <a:r>
              <a:rPr kumimoji="0" lang="es-MX" altLang="es-MX" sz="1200" i="0" u="none" strike="noStrike" cap="none" normalizeH="0" baseline="0" dirty="0">
                <a:ln>
                  <a:noFill/>
                </a:ln>
                <a:solidFill>
                  <a:srgbClr val="6666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s-MX" altLang="es-MX" sz="1200" dirty="0">
                <a:solidFill>
                  <a:srgbClr val="66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</a:t>
            </a:r>
            <a:r>
              <a:rPr kumimoji="0" lang="es-MX" altLang="es-MX" sz="12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total </a:t>
            </a:r>
            <a:r>
              <a:rPr kumimoji="0" lang="es-MX" altLang="es-MX" sz="1200" i="0" u="none" strike="noStrike" cap="none" normalizeH="0" baseline="0" dirty="0">
                <a:ln>
                  <a:noFill/>
                </a:ln>
                <a:solidFill>
                  <a:srgbClr val="6666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kumimoji="0" lang="es-MX" altLang="es-MX" sz="12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es-MX" altLang="es-MX" sz="1200" i="0" u="none" strike="noStrike" cap="none" normalizeH="0" baseline="0" dirty="0">
                <a:ln>
                  <a:noFill/>
                </a:ln>
                <a:solidFill>
                  <a:srgbClr val="000088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self</a:t>
            </a:r>
            <a:r>
              <a:rPr kumimoji="0" lang="es-MX" altLang="es-MX" sz="1200" i="0" u="none" strike="noStrike" cap="none" normalizeH="0" baseline="0" dirty="0">
                <a:ln>
                  <a:noFill/>
                </a:ln>
                <a:solidFill>
                  <a:srgbClr val="6666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kumimoji="0" lang="es-MX" altLang="es-MX" sz="12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unidad </a:t>
            </a:r>
            <a:r>
              <a:rPr kumimoji="0" lang="es-MX" altLang="es-MX" sz="1200" i="0" u="none" strike="noStrike" cap="none" normalizeH="0" baseline="0" dirty="0">
                <a:ln>
                  <a:noFill/>
                </a:ln>
                <a:solidFill>
                  <a:srgbClr val="6666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kumimoji="0" lang="es-MX" altLang="es-MX" sz="12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es-MX" altLang="es-MX" sz="1200" i="0" u="none" strike="noStrike" cap="none" normalizeH="0" baseline="0" dirty="0">
                <a:ln>
                  <a:noFill/>
                </a:ln>
                <a:solidFill>
                  <a:srgbClr val="000088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self</a:t>
            </a:r>
            <a:r>
              <a:rPr kumimoji="0" lang="es-MX" altLang="es-MX" sz="1200" i="0" u="none" strike="noStrike" cap="none" normalizeH="0" baseline="0" dirty="0">
                <a:ln>
                  <a:noFill/>
                </a:ln>
                <a:solidFill>
                  <a:srgbClr val="6666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kumimoji="0" lang="es-MX" altLang="es-MX" sz="12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precio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s-MX" altLang="es-MX" sz="12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</a:t>
            </a:r>
            <a:r>
              <a:rPr kumimoji="0" lang="es-MX" altLang="es-MX" sz="12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impuesto </a:t>
            </a:r>
            <a:r>
              <a:rPr kumimoji="0" lang="es-MX" altLang="es-MX" sz="1200" i="0" u="none" strike="noStrike" cap="none" normalizeH="0" baseline="0" dirty="0">
                <a:ln>
                  <a:noFill/>
                </a:ln>
                <a:solidFill>
                  <a:srgbClr val="6666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kumimoji="0" lang="es-MX" altLang="es-MX" sz="12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total </a:t>
            </a:r>
            <a:r>
              <a:rPr kumimoji="0" lang="es-MX" altLang="es-MX" sz="1200" i="0" u="none" strike="noStrike" cap="none" normalizeH="0" baseline="0" dirty="0">
                <a:ln>
                  <a:noFill/>
                </a:ln>
                <a:solidFill>
                  <a:srgbClr val="6666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kumimoji="0" lang="es-MX" altLang="es-MX" sz="12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es-MX" altLang="es-MX" sz="1200" i="0" u="none" strike="noStrike" cap="none" normalizeH="0" baseline="0" dirty="0">
                <a:ln>
                  <a:noFill/>
                </a:ln>
                <a:solidFill>
                  <a:srgbClr val="660066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Factura</a:t>
            </a:r>
            <a:r>
              <a:rPr kumimoji="0" lang="es-MX" altLang="es-MX" sz="1200" i="0" u="none" strike="noStrike" cap="none" normalizeH="0" baseline="0" dirty="0">
                <a:ln>
                  <a:noFill/>
                </a:ln>
                <a:solidFill>
                  <a:srgbClr val="6666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kumimoji="0" lang="es-MX" altLang="es-MX" sz="12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__tasa </a:t>
            </a:r>
            <a:r>
              <a:rPr kumimoji="0" lang="es-MX" altLang="es-MX" sz="1200" i="0" u="none" strike="noStrike" cap="none" normalizeH="0" baseline="0" dirty="0">
                <a:ln>
                  <a:noFill/>
                </a:ln>
                <a:solidFill>
                  <a:srgbClr val="6666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kumimoji="0" lang="es-MX" altLang="es-MX" sz="12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es-MX" altLang="es-MX" sz="1200" i="0" u="none" strike="noStrike" cap="none" normalizeH="0" baseline="0" dirty="0">
                <a:ln>
                  <a:noFill/>
                </a:ln>
                <a:solidFill>
                  <a:srgbClr val="006666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100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s-MX" altLang="es-MX" sz="1200" dirty="0">
                <a:solidFill>
                  <a:srgbClr val="00666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</a:t>
            </a:r>
            <a:r>
              <a:rPr kumimoji="0" lang="es-MX" altLang="es-MX" sz="12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es-MX" altLang="es-MX" sz="1200" i="0" u="none" strike="noStrike" cap="none" normalizeH="0" baseline="0" dirty="0">
                <a:ln>
                  <a:noFill/>
                </a:ln>
                <a:solidFill>
                  <a:srgbClr val="000088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kumimoji="0" lang="es-MX" altLang="es-MX" sz="1200" i="0" u="none" strike="noStrike" cap="none" normalizeH="0" baseline="0" dirty="0">
                <a:ln>
                  <a:noFill/>
                </a:ln>
                <a:solidFill>
                  <a:srgbClr val="6666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kumimoji="0" lang="es-MX" altLang="es-MX" sz="12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total </a:t>
            </a:r>
            <a:r>
              <a:rPr kumimoji="0" lang="es-MX" altLang="es-MX" sz="1200" i="0" u="none" strike="noStrike" cap="none" normalizeH="0" baseline="0" dirty="0">
                <a:ln>
                  <a:noFill/>
                </a:ln>
                <a:solidFill>
                  <a:srgbClr val="6666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kumimoji="0" lang="es-MX" altLang="es-MX" sz="12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impuesto</a:t>
            </a:r>
            <a:r>
              <a:rPr kumimoji="0" lang="es-MX" altLang="es-MX" sz="1200" i="0" u="none" strike="noStrike" cap="none" normalizeH="0" baseline="0" dirty="0">
                <a:ln>
                  <a:noFill/>
                </a:ln>
                <a:solidFill>
                  <a:srgbClr val="6666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kumimoji="0" lang="es-MX" altLang="es-MX" sz="12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s-MX" altLang="es-MX" sz="120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MX" altLang="es-MX" sz="12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compra1 </a:t>
            </a:r>
            <a:r>
              <a:rPr kumimoji="0" lang="es-MX" altLang="es-MX" sz="1200" i="0" u="none" strike="noStrike" cap="none" normalizeH="0" baseline="0" dirty="0">
                <a:ln>
                  <a:noFill/>
                </a:ln>
                <a:solidFill>
                  <a:srgbClr val="6666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kumimoji="0" lang="es-MX" altLang="es-MX" sz="12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es-MX" altLang="es-MX" sz="1200" i="0" u="none" strike="noStrike" cap="none" normalizeH="0" baseline="0" dirty="0">
                <a:ln>
                  <a:noFill/>
                </a:ln>
                <a:solidFill>
                  <a:srgbClr val="660066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Factura</a:t>
            </a:r>
            <a:r>
              <a:rPr kumimoji="0" lang="es-MX" altLang="es-MX" sz="1200" i="0" u="none" strike="noStrike" cap="none" normalizeH="0" baseline="0" dirty="0">
                <a:ln>
                  <a:noFill/>
                </a:ln>
                <a:solidFill>
                  <a:srgbClr val="6666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kumimoji="0" lang="es-MX" altLang="es-MX" sz="1200" i="0" u="none" strike="noStrike" cap="none" normalizeH="0" baseline="0" dirty="0">
                <a:ln>
                  <a:noFill/>
                </a:ln>
                <a:solidFill>
                  <a:srgbClr val="006666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12</a:t>
            </a:r>
            <a:r>
              <a:rPr kumimoji="0" lang="es-MX" altLang="es-MX" sz="1200" i="0" u="none" strike="noStrike" cap="none" normalizeH="0" baseline="0" dirty="0">
                <a:ln>
                  <a:noFill/>
                </a:ln>
                <a:solidFill>
                  <a:srgbClr val="6666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kumimoji="0" lang="es-MX" altLang="es-MX" sz="12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es-MX" altLang="es-MX" sz="1200" i="0" u="none" strike="noStrike" cap="none" normalizeH="0" baseline="0" dirty="0">
                <a:ln>
                  <a:noFill/>
                </a:ln>
                <a:solidFill>
                  <a:srgbClr val="006666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110</a:t>
            </a:r>
            <a:r>
              <a:rPr kumimoji="0" lang="es-MX" altLang="es-MX" sz="1200" i="0" u="none" strike="noStrike" cap="none" normalizeH="0" baseline="0" dirty="0">
                <a:ln>
                  <a:noFill/>
                </a:ln>
                <a:solidFill>
                  <a:srgbClr val="6666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kumimoji="0" lang="es-MX" altLang="es-MX" sz="12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MX" altLang="es-MX" sz="1200" i="0" u="none" strike="noStrike" cap="none" normalizeH="0" baseline="0" dirty="0">
                <a:ln>
                  <a:noFill/>
                </a:ln>
                <a:solidFill>
                  <a:srgbClr val="000088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kumimoji="0" lang="es-MX" altLang="es-MX" sz="1200" i="0" u="none" strike="noStrike" cap="none" normalizeH="0" baseline="0" dirty="0">
                <a:ln>
                  <a:noFill/>
                </a:ln>
                <a:solidFill>
                  <a:srgbClr val="6666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kumimoji="0" lang="es-MX" altLang="es-MX" sz="12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compra1</a:t>
            </a:r>
            <a:r>
              <a:rPr kumimoji="0" lang="es-MX" altLang="es-MX" sz="1200" i="0" u="none" strike="noStrike" cap="none" normalizeH="0" baseline="0" dirty="0">
                <a:ln>
                  <a:noFill/>
                </a:ln>
                <a:solidFill>
                  <a:srgbClr val="6666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kumimoji="0" lang="es-MX" altLang="es-MX" sz="12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unidad</a:t>
            </a:r>
            <a:r>
              <a:rPr kumimoji="0" lang="es-MX" altLang="es-MX" sz="1200" i="0" u="none" strike="noStrike" cap="none" normalizeH="0" baseline="0" dirty="0">
                <a:ln>
                  <a:noFill/>
                </a:ln>
                <a:solidFill>
                  <a:srgbClr val="6666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kumimoji="0" lang="es-MX" altLang="es-MX" sz="12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MX" altLang="es-MX" sz="1200" i="0" u="none" strike="noStrike" cap="none" normalizeH="0" baseline="0" dirty="0">
                <a:ln>
                  <a:noFill/>
                </a:ln>
                <a:solidFill>
                  <a:srgbClr val="000088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kumimoji="0" lang="es-MX" altLang="es-MX" sz="1200" i="0" u="none" strike="noStrike" cap="none" normalizeH="0" baseline="0" dirty="0">
                <a:ln>
                  <a:noFill/>
                </a:ln>
                <a:solidFill>
                  <a:srgbClr val="6666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kumimoji="0" lang="es-MX" altLang="es-MX" sz="12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compra1</a:t>
            </a:r>
            <a:r>
              <a:rPr kumimoji="0" lang="es-MX" altLang="es-MX" sz="1200" i="0" u="none" strike="noStrike" cap="none" normalizeH="0" baseline="0" dirty="0">
                <a:ln>
                  <a:noFill/>
                </a:ln>
                <a:solidFill>
                  <a:srgbClr val="6666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kumimoji="0" lang="es-MX" altLang="es-MX" sz="12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precio</a:t>
            </a:r>
            <a:r>
              <a:rPr kumimoji="0" lang="es-MX" altLang="es-MX" sz="1200" i="0" u="none" strike="noStrike" cap="none" normalizeH="0" baseline="0" dirty="0">
                <a:ln>
                  <a:noFill/>
                </a:ln>
                <a:solidFill>
                  <a:srgbClr val="6666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kumimoji="0" lang="es-MX" altLang="es-MX" sz="12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MX" altLang="es-MX" sz="1200" i="0" u="none" strike="noStrike" cap="none" normalizeH="0" baseline="0" dirty="0">
                <a:ln>
                  <a:noFill/>
                </a:ln>
                <a:solidFill>
                  <a:srgbClr val="000088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kumimoji="0" lang="es-MX" altLang="es-MX" sz="1200" i="0" u="none" strike="noStrike" cap="none" normalizeH="0" baseline="0" dirty="0">
                <a:ln>
                  <a:noFill/>
                </a:ln>
                <a:solidFill>
                  <a:srgbClr val="6666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kumimoji="0" lang="es-MX" altLang="es-MX" sz="12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compra1</a:t>
            </a:r>
            <a:r>
              <a:rPr kumimoji="0" lang="es-MX" altLang="es-MX" sz="1200" i="0" u="none" strike="noStrike" cap="none" normalizeH="0" baseline="0" dirty="0">
                <a:ln>
                  <a:noFill/>
                </a:ln>
                <a:solidFill>
                  <a:srgbClr val="6666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kumimoji="0" lang="es-MX" altLang="es-MX" sz="12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a_pagar</a:t>
            </a:r>
            <a:r>
              <a:rPr kumimoji="0" lang="es-MX" altLang="es-MX" sz="1200" i="0" u="none" strike="noStrike" cap="none" normalizeH="0" baseline="0" dirty="0">
                <a:ln>
                  <a:noFill/>
                </a:ln>
                <a:solidFill>
                  <a:srgbClr val="6666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(),</a:t>
            </a:r>
            <a:r>
              <a:rPr kumimoji="0" lang="es-MX" altLang="es-MX" sz="12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es-MX" altLang="es-MX" sz="1200" i="0" u="none" strike="noStrike" cap="none" normalizeH="0" baseline="0" dirty="0">
                <a:ln>
                  <a:noFill/>
                </a:ln>
                <a:solidFill>
                  <a:srgbClr val="0088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"euros"</a:t>
            </a:r>
            <a:r>
              <a:rPr kumimoji="0" lang="es-MX" altLang="es-MX" sz="1200" i="0" u="none" strike="noStrike" cap="none" normalizeH="0" baseline="0" dirty="0">
                <a:ln>
                  <a:noFill/>
                </a:ln>
                <a:solidFill>
                  <a:srgbClr val="6666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kumimoji="0" lang="es-MX" altLang="es-MX" sz="12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MX" altLang="es-MX" sz="1200" i="0" u="none" strike="noStrike" cap="none" normalizeH="0" baseline="0" dirty="0">
                <a:ln>
                  <a:noFill/>
                </a:ln>
                <a:solidFill>
                  <a:srgbClr val="000088"/>
                </a:solidFill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kumimoji="0" lang="es-MX" altLang="es-MX" sz="1200" i="0" u="none" strike="noStrike" cap="none" normalizeH="0" baseline="0" dirty="0">
                <a:ln>
                  <a:noFill/>
                </a:ln>
                <a:solidFill>
                  <a:srgbClr val="666600"/>
                </a:solidFill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kumimoji="0" lang="es-MX" altLang="es-MX" sz="12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compra1</a:t>
            </a:r>
            <a:r>
              <a:rPr kumimoji="0" lang="es-MX" altLang="es-MX" sz="1200" i="0" u="none" strike="noStrike" cap="none" normalizeH="0" baseline="0" dirty="0">
                <a:ln>
                  <a:noFill/>
                </a:ln>
                <a:solidFill>
                  <a:srgbClr val="666600"/>
                </a:solidFill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kumimoji="0" lang="es-MX" altLang="es-MX" sz="1200" i="0" u="none" strike="noStrike" cap="none" normalizeH="0" baseline="0" dirty="0">
                <a:ln>
                  <a:noFill/>
                </a:ln>
                <a:solidFill>
                  <a:srgbClr val="660066"/>
                </a:solidFill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_Factura__tasa</a:t>
            </a:r>
            <a:r>
              <a:rPr kumimoji="0" lang="es-MX" altLang="es-MX" sz="1200" i="0" u="none" strike="noStrike" cap="none" normalizeH="0" baseline="0" dirty="0">
                <a:ln>
                  <a:noFill/>
                </a:ln>
                <a:solidFill>
                  <a:srgbClr val="666600"/>
                </a:solidFill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kumimoji="0" lang="es-MX" altLang="es-MX" sz="12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es-MX" altLang="es-MX" sz="1200" i="0" u="none" strike="noStrike" cap="none" normalizeH="0" baseline="0" dirty="0">
                <a:ln>
                  <a:noFill/>
                </a:ln>
                <a:solidFill>
                  <a:srgbClr val="880000"/>
                </a:solidFill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# 19</a:t>
            </a:r>
            <a:endParaRPr kumimoji="0" lang="es-MX" altLang="es-MX" sz="120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highlight>
                <a:srgbClr val="FFFF00"/>
              </a:highlight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MX" altLang="es-MX" sz="9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Arial Unicode MS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MX" altLang="es-MX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787118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>
            <a:extLst>
              <a:ext uri="{FF2B5EF4-FFF2-40B4-BE49-F238E27FC236}">
                <a16:creationId xmlns:a16="http://schemas.microsoft.com/office/drawing/2014/main" id="{7CE40F4F-E91D-42FD-B661-EAA8BC18ABC8}"/>
              </a:ext>
            </a:extLst>
          </p:cNvPr>
          <p:cNvSpPr txBox="1">
            <a:spLocks noChangeArrowheads="1"/>
          </p:cNvSpPr>
          <p:nvPr/>
        </p:nvSpPr>
        <p:spPr>
          <a:xfrm>
            <a:off x="0" y="-27383"/>
            <a:ext cx="9144000" cy="10081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_tradnl" altLang="es-MX" sz="3200" b="1" dirty="0">
                <a:solidFill>
                  <a:schemeClr val="accent4">
                    <a:lumMod val="50000"/>
                  </a:schemeClr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</a:rPr>
              <a:t>Métodos </a:t>
            </a:r>
            <a:r>
              <a:rPr lang="es-ES_tradnl" altLang="es-MX" sz="3200" b="1" dirty="0" err="1">
                <a:solidFill>
                  <a:schemeClr val="accent4">
                    <a:lumMod val="50000"/>
                  </a:schemeClr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</a:rPr>
              <a:t>get</a:t>
            </a:r>
            <a:r>
              <a:rPr lang="es-ES_tradnl" altLang="es-MX" sz="3200" b="1" dirty="0">
                <a:solidFill>
                  <a:schemeClr val="accent4">
                    <a:lumMod val="50000"/>
                  </a:schemeClr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</a:rPr>
              <a:t>, set y del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B73C42C7-85D9-4D9B-B558-211E4812A4BA}"/>
              </a:ext>
            </a:extLst>
          </p:cNvPr>
          <p:cNvSpPr txBox="1"/>
          <p:nvPr/>
        </p:nvSpPr>
        <p:spPr>
          <a:xfrm>
            <a:off x="467544" y="1071605"/>
            <a:ext cx="8208912" cy="7075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ts val="2500"/>
              </a:lnSpc>
            </a:pPr>
            <a:r>
              <a:rPr lang="es-ES" sz="16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Cuando se trabajan con clases es recomendable crear </a:t>
            </a:r>
            <a:r>
              <a:rPr lang="es-ES" sz="1600" b="1" dirty="0">
                <a:solidFill>
                  <a:srgbClr val="0070C0"/>
                </a:solidFill>
              </a:rPr>
              <a:t>atributos ocultos </a:t>
            </a:r>
            <a:r>
              <a:rPr lang="es-ES" sz="16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y utilizar </a:t>
            </a:r>
            <a:r>
              <a:rPr lang="es-ES" sz="1600" b="1" dirty="0">
                <a:solidFill>
                  <a:srgbClr val="0070C0"/>
                </a:solidFill>
              </a:rPr>
              <a:t>métodos</a:t>
            </a:r>
            <a:r>
              <a:rPr lang="es-ES" sz="16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específicos para acceder a los mismos para establecer, obtener o borrar la información:</a:t>
            </a:r>
            <a:endParaRPr lang="es-ES" sz="1600" b="1" dirty="0">
              <a:solidFill>
                <a:schemeClr val="accent6">
                  <a:lumMod val="75000"/>
                </a:schemeClr>
              </a:solidFill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66F3A83B-2FA4-4582-BCE0-C9174424F6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1560" y="1970545"/>
            <a:ext cx="3586201" cy="42930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442600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8218931" y="4978146"/>
            <a:ext cx="684276" cy="594360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3" name="object 3"/>
          <p:cNvSpPr/>
          <p:nvPr/>
        </p:nvSpPr>
        <p:spPr>
          <a:xfrm>
            <a:off x="315468" y="1035558"/>
            <a:ext cx="1089660" cy="943355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4" name="object 4"/>
          <p:cNvSpPr/>
          <p:nvPr/>
        </p:nvSpPr>
        <p:spPr>
          <a:xfrm>
            <a:off x="0" y="1704595"/>
            <a:ext cx="550164" cy="585215"/>
          </a:xfrm>
          <a:custGeom>
            <a:avLst/>
            <a:gdLst/>
            <a:ahLst/>
            <a:cxnLst/>
            <a:rect l="l" t="t" r="r" b="b"/>
            <a:pathLst>
              <a:path w="550164" h="585215">
                <a:moveTo>
                  <a:pt x="0" y="507832"/>
                </a:moveTo>
                <a:lnTo>
                  <a:pt x="44383" y="585215"/>
                </a:lnTo>
                <a:lnTo>
                  <a:pt x="382333" y="585215"/>
                </a:lnTo>
                <a:lnTo>
                  <a:pt x="550164" y="292607"/>
                </a:lnTo>
                <a:lnTo>
                  <a:pt x="382333" y="0"/>
                </a:lnTo>
                <a:lnTo>
                  <a:pt x="44383" y="0"/>
                </a:lnTo>
                <a:lnTo>
                  <a:pt x="0" y="77383"/>
                </a:lnTo>
              </a:path>
            </a:pathLst>
          </a:custGeom>
          <a:ln w="9144">
            <a:solidFill>
              <a:srgbClr val="18BAD4"/>
            </a:solidFill>
          </a:ln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5" name="object 5"/>
          <p:cNvSpPr/>
          <p:nvPr/>
        </p:nvSpPr>
        <p:spPr>
          <a:xfrm>
            <a:off x="502920" y="2018538"/>
            <a:ext cx="353567" cy="306324"/>
          </a:xfrm>
          <a:custGeom>
            <a:avLst/>
            <a:gdLst/>
            <a:ahLst/>
            <a:cxnLst/>
            <a:rect l="l" t="t" r="r" b="b"/>
            <a:pathLst>
              <a:path w="353568" h="306324">
                <a:moveTo>
                  <a:pt x="265722" y="0"/>
                </a:moveTo>
                <a:lnTo>
                  <a:pt x="87845" y="0"/>
                </a:lnTo>
                <a:lnTo>
                  <a:pt x="0" y="153162"/>
                </a:lnTo>
                <a:lnTo>
                  <a:pt x="87845" y="306324"/>
                </a:lnTo>
                <a:lnTo>
                  <a:pt x="265722" y="306324"/>
                </a:lnTo>
                <a:lnTo>
                  <a:pt x="353567" y="153162"/>
                </a:lnTo>
                <a:lnTo>
                  <a:pt x="265722" y="0"/>
                </a:lnTo>
                <a:close/>
              </a:path>
            </a:pathLst>
          </a:custGeom>
          <a:solidFill>
            <a:srgbClr val="174669"/>
          </a:solidFill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6" name="object 6"/>
          <p:cNvSpPr/>
          <p:nvPr/>
        </p:nvSpPr>
        <p:spPr>
          <a:xfrm>
            <a:off x="1208533" y="857251"/>
            <a:ext cx="673607" cy="452627"/>
          </a:xfrm>
          <a:custGeom>
            <a:avLst/>
            <a:gdLst/>
            <a:ahLst/>
            <a:cxnLst/>
            <a:rect l="l" t="t" r="r" b="b"/>
            <a:pathLst>
              <a:path w="673607" h="452627">
                <a:moveTo>
                  <a:pt x="0" y="160781"/>
                </a:moveTo>
                <a:lnTo>
                  <a:pt x="167386" y="452627"/>
                </a:lnTo>
                <a:lnTo>
                  <a:pt x="506222" y="452627"/>
                </a:lnTo>
                <a:lnTo>
                  <a:pt x="673607" y="160781"/>
                </a:lnTo>
                <a:lnTo>
                  <a:pt x="581393" y="0"/>
                </a:lnTo>
              </a:path>
            </a:pathLst>
          </a:custGeom>
          <a:ln w="76200">
            <a:solidFill>
              <a:srgbClr val="174669"/>
            </a:solidFill>
          </a:ln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7" name="object 7"/>
          <p:cNvSpPr/>
          <p:nvPr/>
        </p:nvSpPr>
        <p:spPr>
          <a:xfrm>
            <a:off x="1208532" y="857251"/>
            <a:ext cx="92214" cy="160781"/>
          </a:xfrm>
          <a:custGeom>
            <a:avLst/>
            <a:gdLst/>
            <a:ahLst/>
            <a:cxnLst/>
            <a:rect l="l" t="t" r="r" b="b"/>
            <a:pathLst>
              <a:path w="92214" h="160781">
                <a:moveTo>
                  <a:pt x="92214" y="0"/>
                </a:moveTo>
                <a:lnTo>
                  <a:pt x="0" y="160781"/>
                </a:lnTo>
              </a:path>
            </a:pathLst>
          </a:custGeom>
          <a:ln w="76199">
            <a:solidFill>
              <a:srgbClr val="174669"/>
            </a:solidFill>
          </a:ln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8" name="object 8"/>
          <p:cNvSpPr/>
          <p:nvPr/>
        </p:nvSpPr>
        <p:spPr>
          <a:xfrm>
            <a:off x="248411" y="907542"/>
            <a:ext cx="294132" cy="254508"/>
          </a:xfrm>
          <a:custGeom>
            <a:avLst/>
            <a:gdLst/>
            <a:ahLst/>
            <a:cxnLst/>
            <a:rect l="l" t="t" r="r" b="b"/>
            <a:pathLst>
              <a:path w="294131" h="254508">
                <a:moveTo>
                  <a:pt x="221145" y="0"/>
                </a:moveTo>
                <a:lnTo>
                  <a:pt x="72986" y="0"/>
                </a:lnTo>
                <a:lnTo>
                  <a:pt x="0" y="127254"/>
                </a:lnTo>
                <a:lnTo>
                  <a:pt x="72986" y="254508"/>
                </a:lnTo>
                <a:lnTo>
                  <a:pt x="221145" y="254508"/>
                </a:lnTo>
                <a:lnTo>
                  <a:pt x="294132" y="127254"/>
                </a:lnTo>
                <a:lnTo>
                  <a:pt x="221145" y="0"/>
                </a:lnTo>
                <a:close/>
              </a:path>
            </a:pathLst>
          </a:custGeom>
          <a:solidFill>
            <a:srgbClr val="00E0C5"/>
          </a:solidFill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9" name="object 9"/>
          <p:cNvSpPr/>
          <p:nvPr/>
        </p:nvSpPr>
        <p:spPr>
          <a:xfrm>
            <a:off x="8763000" y="5578602"/>
            <a:ext cx="381000" cy="234696"/>
          </a:xfrm>
          <a:custGeom>
            <a:avLst/>
            <a:gdLst/>
            <a:ahLst/>
            <a:cxnLst/>
            <a:rect l="l" t="t" r="r" b="b"/>
            <a:pathLst>
              <a:path w="381000" h="234696">
                <a:moveTo>
                  <a:pt x="0" y="0"/>
                </a:moveTo>
                <a:lnTo>
                  <a:pt x="134620" y="234696"/>
                </a:lnTo>
                <a:lnTo>
                  <a:pt x="381000" y="234696"/>
                </a:lnTo>
              </a:path>
            </a:pathLst>
          </a:custGeom>
          <a:ln w="9144">
            <a:solidFill>
              <a:srgbClr val="174669"/>
            </a:solidFill>
          </a:ln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10" name="object 10"/>
          <p:cNvSpPr/>
          <p:nvPr/>
        </p:nvSpPr>
        <p:spPr>
          <a:xfrm>
            <a:off x="8763000" y="5343906"/>
            <a:ext cx="381000" cy="234695"/>
          </a:xfrm>
          <a:custGeom>
            <a:avLst/>
            <a:gdLst/>
            <a:ahLst/>
            <a:cxnLst/>
            <a:rect l="l" t="t" r="r" b="b"/>
            <a:pathLst>
              <a:path w="381000" h="234696">
                <a:moveTo>
                  <a:pt x="381000" y="0"/>
                </a:moveTo>
                <a:lnTo>
                  <a:pt x="134620" y="0"/>
                </a:lnTo>
                <a:lnTo>
                  <a:pt x="0" y="234696"/>
                </a:lnTo>
              </a:path>
            </a:pathLst>
          </a:custGeom>
          <a:ln w="9144">
            <a:solidFill>
              <a:srgbClr val="174669"/>
            </a:solidFill>
          </a:ln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11" name="object 11"/>
          <p:cNvSpPr/>
          <p:nvPr/>
        </p:nvSpPr>
        <p:spPr>
          <a:xfrm>
            <a:off x="8523731" y="5598414"/>
            <a:ext cx="283464" cy="245364"/>
          </a:xfrm>
          <a:custGeom>
            <a:avLst/>
            <a:gdLst/>
            <a:ahLst/>
            <a:cxnLst/>
            <a:rect l="l" t="t" r="r" b="b"/>
            <a:pathLst>
              <a:path w="283464" h="245363">
                <a:moveTo>
                  <a:pt x="213106" y="0"/>
                </a:moveTo>
                <a:lnTo>
                  <a:pt x="70358" y="0"/>
                </a:lnTo>
                <a:lnTo>
                  <a:pt x="0" y="122682"/>
                </a:lnTo>
                <a:lnTo>
                  <a:pt x="70358" y="245364"/>
                </a:lnTo>
                <a:lnTo>
                  <a:pt x="213106" y="245364"/>
                </a:lnTo>
                <a:lnTo>
                  <a:pt x="283464" y="122682"/>
                </a:lnTo>
                <a:lnTo>
                  <a:pt x="213106" y="0"/>
                </a:lnTo>
                <a:close/>
              </a:path>
            </a:pathLst>
          </a:custGeom>
          <a:solidFill>
            <a:srgbClr val="3192E0"/>
          </a:solidFill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12" name="object 12"/>
          <p:cNvSpPr/>
          <p:nvPr/>
        </p:nvSpPr>
        <p:spPr>
          <a:xfrm>
            <a:off x="8322565" y="4485894"/>
            <a:ext cx="542543" cy="469392"/>
          </a:xfrm>
          <a:custGeom>
            <a:avLst/>
            <a:gdLst/>
            <a:ahLst/>
            <a:cxnLst/>
            <a:rect l="l" t="t" r="r" b="b"/>
            <a:pathLst>
              <a:path w="542543" h="469392">
                <a:moveTo>
                  <a:pt x="407924" y="0"/>
                </a:moveTo>
                <a:lnTo>
                  <a:pt x="134619" y="0"/>
                </a:lnTo>
                <a:lnTo>
                  <a:pt x="0" y="234695"/>
                </a:lnTo>
                <a:lnTo>
                  <a:pt x="134619" y="469391"/>
                </a:lnTo>
                <a:lnTo>
                  <a:pt x="407924" y="469391"/>
                </a:lnTo>
                <a:lnTo>
                  <a:pt x="542543" y="234695"/>
                </a:lnTo>
                <a:lnTo>
                  <a:pt x="407924" y="0"/>
                </a:lnTo>
                <a:close/>
              </a:path>
            </a:pathLst>
          </a:custGeom>
          <a:solidFill>
            <a:srgbClr val="174669"/>
          </a:solidFill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13" name="object 13"/>
          <p:cNvSpPr/>
          <p:nvPr/>
        </p:nvSpPr>
        <p:spPr>
          <a:xfrm>
            <a:off x="8763761" y="4867655"/>
            <a:ext cx="237744" cy="205740"/>
          </a:xfrm>
          <a:custGeom>
            <a:avLst/>
            <a:gdLst/>
            <a:ahLst/>
            <a:cxnLst/>
            <a:rect l="l" t="t" r="r" b="b"/>
            <a:pathLst>
              <a:path w="237744" h="205739">
                <a:moveTo>
                  <a:pt x="0" y="102870"/>
                </a:moveTo>
                <a:lnTo>
                  <a:pt x="59055" y="205740"/>
                </a:lnTo>
                <a:lnTo>
                  <a:pt x="178689" y="205740"/>
                </a:lnTo>
                <a:lnTo>
                  <a:pt x="237744" y="102870"/>
                </a:lnTo>
                <a:lnTo>
                  <a:pt x="178689" y="0"/>
                </a:lnTo>
                <a:lnTo>
                  <a:pt x="59055" y="0"/>
                </a:lnTo>
                <a:lnTo>
                  <a:pt x="0" y="102870"/>
                </a:lnTo>
                <a:close/>
              </a:path>
            </a:pathLst>
          </a:custGeom>
          <a:ln w="19811">
            <a:solidFill>
              <a:srgbClr val="00E0C5"/>
            </a:solidFill>
          </a:ln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14" name="object 14"/>
          <p:cNvSpPr/>
          <p:nvPr/>
        </p:nvSpPr>
        <p:spPr>
          <a:xfrm>
            <a:off x="909827" y="1533905"/>
            <a:ext cx="2142744" cy="1856232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15" name="object 15"/>
          <p:cNvSpPr txBox="1"/>
          <p:nvPr/>
        </p:nvSpPr>
        <p:spPr>
          <a:xfrm>
            <a:off x="3232150" y="1996821"/>
            <a:ext cx="3932138" cy="1283335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marL="12700"/>
            <a:r>
              <a:rPr sz="8000" b="1" dirty="0">
                <a:solidFill>
                  <a:srgbClr val="002060"/>
                </a:solidFill>
                <a:latin typeface="Calibri"/>
                <a:cs typeface="Calibri"/>
              </a:rPr>
              <a:t>Gracias</a:t>
            </a:r>
          </a:p>
        </p:txBody>
      </p:sp>
      <p:sp>
        <p:nvSpPr>
          <p:cNvPr id="16" name="object 16"/>
          <p:cNvSpPr/>
          <p:nvPr/>
        </p:nvSpPr>
        <p:spPr>
          <a:xfrm>
            <a:off x="1591055" y="2070353"/>
            <a:ext cx="780288" cy="778764"/>
          </a:xfrm>
          <a:custGeom>
            <a:avLst/>
            <a:gdLst/>
            <a:ahLst/>
            <a:cxnLst/>
            <a:rect l="l" t="t" r="r" b="b"/>
            <a:pathLst>
              <a:path w="780288" h="778764">
                <a:moveTo>
                  <a:pt x="410082" y="0"/>
                </a:moveTo>
                <a:lnTo>
                  <a:pt x="370205" y="0"/>
                </a:lnTo>
                <a:lnTo>
                  <a:pt x="311657" y="7493"/>
                </a:lnTo>
                <a:lnTo>
                  <a:pt x="274193" y="17525"/>
                </a:lnTo>
                <a:lnTo>
                  <a:pt x="255524" y="23622"/>
                </a:lnTo>
                <a:lnTo>
                  <a:pt x="220599" y="38608"/>
                </a:lnTo>
                <a:lnTo>
                  <a:pt x="204469" y="47371"/>
                </a:lnTo>
                <a:lnTo>
                  <a:pt x="188213" y="56007"/>
                </a:lnTo>
                <a:lnTo>
                  <a:pt x="142112" y="88392"/>
                </a:lnTo>
                <a:lnTo>
                  <a:pt x="100964" y="128143"/>
                </a:lnTo>
                <a:lnTo>
                  <a:pt x="66039" y="171704"/>
                </a:lnTo>
                <a:lnTo>
                  <a:pt x="38735" y="220218"/>
                </a:lnTo>
                <a:lnTo>
                  <a:pt x="17399" y="273685"/>
                </a:lnTo>
                <a:lnTo>
                  <a:pt x="7493" y="311023"/>
                </a:lnTo>
                <a:lnTo>
                  <a:pt x="2540" y="349631"/>
                </a:lnTo>
                <a:lnTo>
                  <a:pt x="0" y="369570"/>
                </a:lnTo>
                <a:lnTo>
                  <a:pt x="0" y="409321"/>
                </a:lnTo>
                <a:lnTo>
                  <a:pt x="2540" y="429260"/>
                </a:lnTo>
                <a:lnTo>
                  <a:pt x="4953" y="449072"/>
                </a:lnTo>
                <a:lnTo>
                  <a:pt x="17399" y="505079"/>
                </a:lnTo>
                <a:lnTo>
                  <a:pt x="38735" y="558546"/>
                </a:lnTo>
                <a:lnTo>
                  <a:pt x="66039" y="607060"/>
                </a:lnTo>
                <a:lnTo>
                  <a:pt x="100964" y="650621"/>
                </a:lnTo>
                <a:lnTo>
                  <a:pt x="128396" y="677926"/>
                </a:lnTo>
                <a:lnTo>
                  <a:pt x="172085" y="712851"/>
                </a:lnTo>
                <a:lnTo>
                  <a:pt x="220599" y="740156"/>
                </a:lnTo>
                <a:lnTo>
                  <a:pt x="274193" y="761365"/>
                </a:lnTo>
                <a:lnTo>
                  <a:pt x="311657" y="771271"/>
                </a:lnTo>
                <a:lnTo>
                  <a:pt x="370205" y="778764"/>
                </a:lnTo>
                <a:lnTo>
                  <a:pt x="410082" y="778764"/>
                </a:lnTo>
                <a:lnTo>
                  <a:pt x="449961" y="773811"/>
                </a:lnTo>
                <a:lnTo>
                  <a:pt x="506094" y="761365"/>
                </a:lnTo>
                <a:lnTo>
                  <a:pt x="559562" y="740156"/>
                </a:lnTo>
                <a:lnTo>
                  <a:pt x="608202" y="712851"/>
                </a:lnTo>
                <a:lnTo>
                  <a:pt x="651891" y="677926"/>
                </a:lnTo>
                <a:lnTo>
                  <a:pt x="679323" y="650621"/>
                </a:lnTo>
                <a:lnTo>
                  <a:pt x="682664" y="646938"/>
                </a:lnTo>
                <a:lnTo>
                  <a:pt x="390144" y="646938"/>
                </a:lnTo>
                <a:lnTo>
                  <a:pt x="361442" y="645668"/>
                </a:lnTo>
                <a:lnTo>
                  <a:pt x="306705" y="634492"/>
                </a:lnTo>
                <a:lnTo>
                  <a:pt x="254254" y="613283"/>
                </a:lnTo>
                <a:lnTo>
                  <a:pt x="206882" y="582168"/>
                </a:lnTo>
                <a:lnTo>
                  <a:pt x="183261" y="558546"/>
                </a:lnTo>
                <a:lnTo>
                  <a:pt x="180720" y="554863"/>
                </a:lnTo>
                <a:lnTo>
                  <a:pt x="179450" y="549910"/>
                </a:lnTo>
                <a:lnTo>
                  <a:pt x="178307" y="544830"/>
                </a:lnTo>
                <a:lnTo>
                  <a:pt x="179450" y="541147"/>
                </a:lnTo>
                <a:lnTo>
                  <a:pt x="180720" y="536194"/>
                </a:lnTo>
                <a:lnTo>
                  <a:pt x="203200" y="520065"/>
                </a:lnTo>
                <a:lnTo>
                  <a:pt x="757766" y="520065"/>
                </a:lnTo>
                <a:lnTo>
                  <a:pt x="762762" y="505079"/>
                </a:lnTo>
                <a:lnTo>
                  <a:pt x="767842" y="486410"/>
                </a:lnTo>
                <a:lnTo>
                  <a:pt x="772794" y="467741"/>
                </a:lnTo>
                <a:lnTo>
                  <a:pt x="775335" y="449072"/>
                </a:lnTo>
                <a:lnTo>
                  <a:pt x="775938" y="444119"/>
                </a:lnTo>
                <a:lnTo>
                  <a:pt x="230631" y="444119"/>
                </a:lnTo>
                <a:lnTo>
                  <a:pt x="221869" y="442849"/>
                </a:lnTo>
                <a:lnTo>
                  <a:pt x="189483" y="414274"/>
                </a:lnTo>
                <a:lnTo>
                  <a:pt x="185800" y="395605"/>
                </a:lnTo>
                <a:lnTo>
                  <a:pt x="186944" y="385699"/>
                </a:lnTo>
                <a:lnTo>
                  <a:pt x="213106" y="350774"/>
                </a:lnTo>
                <a:lnTo>
                  <a:pt x="230631" y="347091"/>
                </a:lnTo>
                <a:lnTo>
                  <a:pt x="777440" y="347091"/>
                </a:lnTo>
                <a:lnTo>
                  <a:pt x="775335" y="329692"/>
                </a:lnTo>
                <a:lnTo>
                  <a:pt x="762762" y="273685"/>
                </a:lnTo>
                <a:lnTo>
                  <a:pt x="741552" y="220218"/>
                </a:lnTo>
                <a:lnTo>
                  <a:pt x="714248" y="171704"/>
                </a:lnTo>
                <a:lnTo>
                  <a:pt x="679323" y="128143"/>
                </a:lnTo>
                <a:lnTo>
                  <a:pt x="651891" y="100837"/>
                </a:lnTo>
                <a:lnTo>
                  <a:pt x="608202" y="65912"/>
                </a:lnTo>
                <a:lnTo>
                  <a:pt x="559562" y="38608"/>
                </a:lnTo>
                <a:lnTo>
                  <a:pt x="506094" y="17525"/>
                </a:lnTo>
                <a:lnTo>
                  <a:pt x="468630" y="7493"/>
                </a:lnTo>
                <a:lnTo>
                  <a:pt x="410082" y="0"/>
                </a:lnTo>
                <a:close/>
              </a:path>
              <a:path w="780288" h="778764">
                <a:moveTo>
                  <a:pt x="757766" y="520065"/>
                </a:moveTo>
                <a:lnTo>
                  <a:pt x="577088" y="520065"/>
                </a:lnTo>
                <a:lnTo>
                  <a:pt x="582041" y="521208"/>
                </a:lnTo>
                <a:lnTo>
                  <a:pt x="585851" y="522478"/>
                </a:lnTo>
                <a:lnTo>
                  <a:pt x="600710" y="541147"/>
                </a:lnTo>
                <a:lnTo>
                  <a:pt x="601980" y="544830"/>
                </a:lnTo>
                <a:lnTo>
                  <a:pt x="600710" y="549910"/>
                </a:lnTo>
                <a:lnTo>
                  <a:pt x="599567" y="554863"/>
                </a:lnTo>
                <a:lnTo>
                  <a:pt x="597026" y="558546"/>
                </a:lnTo>
                <a:lnTo>
                  <a:pt x="550926" y="599694"/>
                </a:lnTo>
                <a:lnTo>
                  <a:pt x="501142" y="625729"/>
                </a:lnTo>
                <a:lnTo>
                  <a:pt x="447420" y="641858"/>
                </a:lnTo>
                <a:lnTo>
                  <a:pt x="390144" y="646938"/>
                </a:lnTo>
                <a:lnTo>
                  <a:pt x="682664" y="646938"/>
                </a:lnTo>
                <a:lnTo>
                  <a:pt x="714248" y="607060"/>
                </a:lnTo>
                <a:lnTo>
                  <a:pt x="741552" y="558546"/>
                </a:lnTo>
                <a:lnTo>
                  <a:pt x="756538" y="523748"/>
                </a:lnTo>
                <a:lnTo>
                  <a:pt x="757766" y="520065"/>
                </a:lnTo>
                <a:close/>
              </a:path>
              <a:path w="780288" h="778764">
                <a:moveTo>
                  <a:pt x="577088" y="520065"/>
                </a:moveTo>
                <a:lnTo>
                  <a:pt x="203200" y="520065"/>
                </a:lnTo>
                <a:lnTo>
                  <a:pt x="208152" y="521208"/>
                </a:lnTo>
                <a:lnTo>
                  <a:pt x="213106" y="522478"/>
                </a:lnTo>
                <a:lnTo>
                  <a:pt x="216916" y="525018"/>
                </a:lnTo>
                <a:lnTo>
                  <a:pt x="220599" y="527431"/>
                </a:lnTo>
                <a:lnTo>
                  <a:pt x="239394" y="543687"/>
                </a:lnTo>
                <a:lnTo>
                  <a:pt x="278002" y="569849"/>
                </a:lnTo>
                <a:lnTo>
                  <a:pt x="320294" y="587248"/>
                </a:lnTo>
                <a:lnTo>
                  <a:pt x="366521" y="595884"/>
                </a:lnTo>
                <a:lnTo>
                  <a:pt x="390144" y="597154"/>
                </a:lnTo>
                <a:lnTo>
                  <a:pt x="413766" y="595884"/>
                </a:lnTo>
                <a:lnTo>
                  <a:pt x="459994" y="587248"/>
                </a:lnTo>
                <a:lnTo>
                  <a:pt x="502285" y="569849"/>
                </a:lnTo>
                <a:lnTo>
                  <a:pt x="540893" y="543687"/>
                </a:lnTo>
                <a:lnTo>
                  <a:pt x="559562" y="527431"/>
                </a:lnTo>
                <a:lnTo>
                  <a:pt x="563371" y="525018"/>
                </a:lnTo>
                <a:lnTo>
                  <a:pt x="567182" y="522478"/>
                </a:lnTo>
                <a:lnTo>
                  <a:pt x="572135" y="521208"/>
                </a:lnTo>
                <a:lnTo>
                  <a:pt x="577088" y="520065"/>
                </a:lnTo>
                <a:close/>
              </a:path>
              <a:path w="780288" h="778764">
                <a:moveTo>
                  <a:pt x="549656" y="347091"/>
                </a:moveTo>
                <a:lnTo>
                  <a:pt x="230631" y="347091"/>
                </a:lnTo>
                <a:lnTo>
                  <a:pt x="239394" y="348361"/>
                </a:lnTo>
                <a:lnTo>
                  <a:pt x="248031" y="350774"/>
                </a:lnTo>
                <a:lnTo>
                  <a:pt x="255524" y="355854"/>
                </a:lnTo>
                <a:lnTo>
                  <a:pt x="263017" y="360807"/>
                </a:lnTo>
                <a:lnTo>
                  <a:pt x="267969" y="368300"/>
                </a:lnTo>
                <a:lnTo>
                  <a:pt x="271780" y="376936"/>
                </a:lnTo>
                <a:lnTo>
                  <a:pt x="274193" y="385699"/>
                </a:lnTo>
                <a:lnTo>
                  <a:pt x="275463" y="395605"/>
                </a:lnTo>
                <a:lnTo>
                  <a:pt x="274193" y="405638"/>
                </a:lnTo>
                <a:lnTo>
                  <a:pt x="248031" y="440436"/>
                </a:lnTo>
                <a:lnTo>
                  <a:pt x="230631" y="444119"/>
                </a:lnTo>
                <a:lnTo>
                  <a:pt x="549656" y="444119"/>
                </a:lnTo>
                <a:lnTo>
                  <a:pt x="512318" y="423037"/>
                </a:lnTo>
                <a:lnTo>
                  <a:pt x="504825" y="395605"/>
                </a:lnTo>
                <a:lnTo>
                  <a:pt x="506094" y="385699"/>
                </a:lnTo>
                <a:lnTo>
                  <a:pt x="508507" y="376936"/>
                </a:lnTo>
                <a:lnTo>
                  <a:pt x="512318" y="368300"/>
                </a:lnTo>
                <a:lnTo>
                  <a:pt x="517270" y="360807"/>
                </a:lnTo>
                <a:lnTo>
                  <a:pt x="524763" y="355854"/>
                </a:lnTo>
                <a:lnTo>
                  <a:pt x="532257" y="350774"/>
                </a:lnTo>
                <a:lnTo>
                  <a:pt x="540893" y="348361"/>
                </a:lnTo>
                <a:lnTo>
                  <a:pt x="549656" y="347091"/>
                </a:lnTo>
                <a:close/>
              </a:path>
              <a:path w="780288" h="778764">
                <a:moveTo>
                  <a:pt x="777440" y="347091"/>
                </a:moveTo>
                <a:lnTo>
                  <a:pt x="549656" y="347091"/>
                </a:lnTo>
                <a:lnTo>
                  <a:pt x="558419" y="348361"/>
                </a:lnTo>
                <a:lnTo>
                  <a:pt x="567182" y="350774"/>
                </a:lnTo>
                <a:lnTo>
                  <a:pt x="593344" y="385699"/>
                </a:lnTo>
                <a:lnTo>
                  <a:pt x="594487" y="395605"/>
                </a:lnTo>
                <a:lnTo>
                  <a:pt x="593344" y="405638"/>
                </a:lnTo>
                <a:lnTo>
                  <a:pt x="567182" y="440436"/>
                </a:lnTo>
                <a:lnTo>
                  <a:pt x="549656" y="444119"/>
                </a:lnTo>
                <a:lnTo>
                  <a:pt x="775938" y="444119"/>
                </a:lnTo>
                <a:lnTo>
                  <a:pt x="777748" y="429260"/>
                </a:lnTo>
                <a:lnTo>
                  <a:pt x="780288" y="409321"/>
                </a:lnTo>
                <a:lnTo>
                  <a:pt x="780288" y="369570"/>
                </a:lnTo>
                <a:lnTo>
                  <a:pt x="777748" y="349631"/>
                </a:lnTo>
                <a:lnTo>
                  <a:pt x="777440" y="347091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17" name="object 17"/>
          <p:cNvSpPr txBox="1">
            <a:spLocks noGrp="1"/>
          </p:cNvSpPr>
          <p:nvPr>
            <p:ph type="sldNum" sz="quarter" idx="7"/>
          </p:nvPr>
        </p:nvSpPr>
        <p:spPr>
          <a:xfrm>
            <a:off x="79756" y="5726429"/>
            <a:ext cx="423163" cy="224029"/>
          </a:xfrm>
          <a:prstGeom prst="rect">
            <a:avLst/>
          </a:prstGeom>
        </p:spPr>
        <p:txBody>
          <a:bodyPr vert="horz" wrap="square" lIns="0" tIns="0" rIns="0" bIns="0" rtlCol="0" anchor="ctr">
            <a:noAutofit/>
          </a:bodyPr>
          <a:lstStyle/>
          <a:p>
            <a:pPr marL="25400"/>
            <a:fld id="{81D60167-4931-47E6-BA6A-407CBD079E47}" type="slidenum">
              <a:rPr spc="-10" dirty="0">
                <a:solidFill>
                  <a:srgbClr val="18BAD4"/>
                </a:solidFill>
                <a:latin typeface="Calibri"/>
                <a:cs typeface="Calibri"/>
              </a:rPr>
              <a:pPr marL="25400"/>
              <a:t>12</a:t>
            </a:fld>
            <a:endParaRPr dirty="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8265</TotalTime>
  <Words>1006</Words>
  <Application>Microsoft Office PowerPoint</Application>
  <PresentationFormat>Presentación en pantalla (4:3)</PresentationFormat>
  <Paragraphs>65</Paragraphs>
  <Slides>12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12</vt:i4>
      </vt:variant>
    </vt:vector>
  </HeadingPairs>
  <TitlesOfParts>
    <vt:vector size="20" baseType="lpstr">
      <vt:lpstr>Arial</vt:lpstr>
      <vt:lpstr>Arial Unicode MS</vt:lpstr>
      <vt:lpstr>Calibri</vt:lpstr>
      <vt:lpstr>Courier New</vt:lpstr>
      <vt:lpstr>Dom Casual</vt:lpstr>
      <vt:lpstr>Google Sans Flex</vt:lpstr>
      <vt:lpstr>Google Sans Mono</vt:lpstr>
      <vt:lpstr>Tema de Office</vt:lpstr>
      <vt:lpstr>TI 3008 C Analítica de datos y herramientas de inteligencia artificial</vt:lpstr>
      <vt:lpstr>Encapsulamiento</vt:lpstr>
      <vt:lpstr>Importancia del encapsulamiento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TC1017  Solución de problemas con programación</dc:title>
  <dc:creator>profesor</dc:creator>
  <cp:lastModifiedBy>Lizethe Pérez Fuertes</cp:lastModifiedBy>
  <cp:revision>229</cp:revision>
  <dcterms:created xsi:type="dcterms:W3CDTF">2013-06-24T20:15:42Z</dcterms:created>
  <dcterms:modified xsi:type="dcterms:W3CDTF">2026-09-03T16:28:24Z</dcterms:modified>
</cp:coreProperties>
</file>