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93" r:id="rId2"/>
    <p:sldId id="738" r:id="rId3"/>
    <p:sldId id="739" r:id="rId4"/>
    <p:sldId id="618" r:id="rId5"/>
    <p:sldId id="620" r:id="rId6"/>
    <p:sldId id="736" r:id="rId7"/>
    <p:sldId id="737" r:id="rId8"/>
    <p:sldId id="622" r:id="rId9"/>
    <p:sldId id="740" r:id="rId10"/>
    <p:sldId id="741" r:id="rId11"/>
    <p:sldId id="742" r:id="rId12"/>
    <p:sldId id="744" r:id="rId13"/>
    <p:sldId id="745" r:id="rId14"/>
    <p:sldId id="746" r:id="rId15"/>
    <p:sldId id="743" r:id="rId16"/>
    <p:sldId id="326" r:id="rId17"/>
    <p:sldId id="309" r:id="rId18"/>
    <p:sldId id="314" r:id="rId19"/>
    <p:sldId id="311" r:id="rId20"/>
    <p:sldId id="312" r:id="rId21"/>
    <p:sldId id="282" r:id="rId22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66"/>
    <a:srgbClr val="D60093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623" autoAdjust="0"/>
    <p:restoredTop sz="94660"/>
  </p:normalViewPr>
  <p:slideViewPr>
    <p:cSldViewPr>
      <p:cViewPr varScale="1">
        <p:scale>
          <a:sx n="77" d="100"/>
          <a:sy n="77" d="100"/>
        </p:scale>
        <p:origin x="712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modSld">
      <pc:chgData name="Lizethe Pérez Fuertes" userId="4ae9ef87-2a7d-42f8-8dfa-0a501a9e2ff4" providerId="ADAL" clId="{FDDD45CB-1330-4033-A842-3D2746AFF7C7}" dt="2026-03-11T00:39:15.042" v="1" actId="20577"/>
      <pc:docMkLst>
        <pc:docMk/>
      </pc:docMkLst>
      <pc:sldChg chg="modSp mod">
        <pc:chgData name="Lizethe Pérez Fuertes" userId="4ae9ef87-2a7d-42f8-8dfa-0a501a9e2ff4" providerId="ADAL" clId="{FDDD45CB-1330-4033-A842-3D2746AFF7C7}" dt="2026-03-11T00:39:15.042" v="1" actId="20577"/>
        <pc:sldMkLst>
          <pc:docMk/>
          <pc:sldMk cId="3226567046" sldId="740"/>
        </pc:sldMkLst>
        <pc:spChg chg="mod">
          <ac:chgData name="Lizethe Pérez Fuertes" userId="4ae9ef87-2a7d-42f8-8dfa-0a501a9e2ff4" providerId="ADAL" clId="{FDDD45CB-1330-4033-A842-3D2746AFF7C7}" dt="2026-03-11T00:39:15.042" v="1" actId="20577"/>
          <ac:spMkLst>
            <pc:docMk/>
            <pc:sldMk cId="3226567046" sldId="740"/>
            <ac:spMk id="8" creationId="{55DBA087-8F34-4F75-A5F0-B97397BAF7A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E721D5-655F-45D2-B717-3C4CD78C8568}" type="datetimeFigureOut">
              <a:rPr lang="es-MX" smtClean="0"/>
              <a:t>10/03/2026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AB4312-99A1-4CE9-ACE7-4C62E9FD90EE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5965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136927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924363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611803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830676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081522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337828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443672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934770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886952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001528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998464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653094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774160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CF1478-83C0-459C-9DF2-CF8FE5DEE0C4}" type="slidenum">
              <a:rPr lang="es-MX" smtClean="0"/>
              <a:t>15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504800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CF1478-83C0-459C-9DF2-CF8FE5DEE0C4}" type="slidenum">
              <a:rPr lang="es-MX" smtClean="0"/>
              <a:t>16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926057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CF1478-83C0-459C-9DF2-CF8FE5DEE0C4}" type="slidenum">
              <a:rPr lang="es-MX" smtClean="0"/>
              <a:t>18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02402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10/03/2026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21648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10/03/2026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01803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10/03/2026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55717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10/03/2026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53546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10/03/2026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8721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10/03/2026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01238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10/03/2026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47227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10/03/2026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8792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10/03/2026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41642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10/03/2026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50951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10/03/2026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742785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/>
            <a:fld id="{81D60167-4931-47E6-BA6A-407CBD079E47}" type="slidenum">
              <a:rPr lang="es-MX" spc="-10" smtClean="0">
                <a:solidFill>
                  <a:srgbClr val="18BAD4"/>
                </a:solidFill>
                <a:cs typeface="Calibri"/>
              </a:rPr>
              <a:pPr marL="25400"/>
              <a:t>‹Nº›</a:t>
            </a:fld>
            <a:endParaRPr lang="es-MX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35315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F3E716-CACC-4490-AD07-F24B6A68DE47}" type="datetimeFigureOut">
              <a:rPr lang="es-MX" smtClean="0"/>
              <a:t>10/03/2026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64661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6630" y="404664"/>
            <a:ext cx="7669826" cy="1470025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TI 3001 C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Analítica de datos y herramientas de inteligencia artificial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592" y="2245323"/>
            <a:ext cx="7342584" cy="115212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Arreglos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7065AA3B-D2DB-455A-A58C-00F9FA1E4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3654710"/>
            <a:ext cx="4824536" cy="218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782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Listas vs arreglos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561860F-81EF-4231-BF44-B02011A80E07}"/>
              </a:ext>
            </a:extLst>
          </p:cNvPr>
          <p:cNvSpPr txBox="1"/>
          <p:nvPr/>
        </p:nvSpPr>
        <p:spPr>
          <a:xfrm>
            <a:off x="637320" y="1700809"/>
            <a:ext cx="7463072" cy="3968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0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Los </a:t>
            </a: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arreglos</a:t>
            </a:r>
            <a:r>
              <a:rPr lang="es-ES" sz="20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son estructuras de datos </a:t>
            </a:r>
            <a:r>
              <a:rPr lang="es-ES" sz="2000" b="1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estáticas</a:t>
            </a:r>
            <a:r>
              <a:rPr lang="es-ES" sz="20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, ya que hay que declarar su tamaño antes de utilizarlos. </a:t>
            </a: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A diferencia de los arreglos, las </a:t>
            </a: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listas</a:t>
            </a:r>
            <a:r>
              <a:rPr lang="es-ES" sz="20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son estructuras de datos que pueden ir creciendo conforme se vaya requiriendo, por eso se considera que es una estructura de datos </a:t>
            </a:r>
            <a:r>
              <a:rPr lang="es-ES" sz="2000" b="1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dinámica</a:t>
            </a:r>
            <a:r>
              <a:rPr lang="es-ES" sz="20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s-ES" sz="2000" dirty="0">
              <a:solidFill>
                <a:srgbClr val="212121"/>
              </a:solidFill>
              <a:latin typeface="Roboto" panose="02000000000000000000" pitchFamily="2" charset="0"/>
            </a:endParaRPr>
          </a:p>
          <a:p>
            <a:pPr algn="just">
              <a:lnSpc>
                <a:spcPct val="150000"/>
              </a:lnSpc>
            </a:pP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DB81707-D02D-4D1B-94D6-165F68D74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023" y="5013176"/>
            <a:ext cx="3301256" cy="110268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9F5BC31-19B3-4F8D-8C9C-BA1F232A60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065" y="4871186"/>
            <a:ext cx="3055621" cy="1386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362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899592" y="476672"/>
            <a:ext cx="7663652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Tipos de datos de arreglos en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Numpy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FFC9F491-57F0-47E8-9956-0CF8D34FB2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337218"/>
              </p:ext>
            </p:extLst>
          </p:nvPr>
        </p:nvGraphicFramePr>
        <p:xfrm>
          <a:off x="1465541" y="2276872"/>
          <a:ext cx="7097703" cy="2463360"/>
        </p:xfrm>
        <a:graphic>
          <a:graphicData uri="http://schemas.openxmlformats.org/drawingml/2006/table">
            <a:tbl>
              <a:tblPr/>
              <a:tblGrid>
                <a:gridCol w="3024336">
                  <a:extLst>
                    <a:ext uri="{9D8B030D-6E8A-4147-A177-3AD203B41FA5}">
                      <a16:colId xmlns:a16="http://schemas.microsoft.com/office/drawing/2014/main" val="3908321532"/>
                    </a:ext>
                  </a:extLst>
                </a:gridCol>
                <a:gridCol w="4073367">
                  <a:extLst>
                    <a:ext uri="{9D8B030D-6E8A-4147-A177-3AD203B41FA5}">
                      <a16:colId xmlns:a16="http://schemas.microsoft.com/office/drawing/2014/main" val="1146347972"/>
                    </a:ext>
                  </a:extLst>
                </a:gridCol>
              </a:tblGrid>
              <a:tr h="362077">
                <a:tc>
                  <a:txBody>
                    <a:bodyPr/>
                    <a:lstStyle/>
                    <a:p>
                      <a:pPr fontAlgn="ctr"/>
                      <a:r>
                        <a:rPr lang="es-MX" sz="18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Tipo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s-MX" sz="18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Descripción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4477379"/>
                  </a:ext>
                </a:extLst>
              </a:tr>
              <a:tr h="362077">
                <a:tc>
                  <a:txBody>
                    <a:bodyPr/>
                    <a:lstStyle/>
                    <a:p>
                      <a:pPr fontAlgn="ctr"/>
                      <a:r>
                        <a:rPr lang="es-MX" sz="1800" dirty="0" err="1">
                          <a:effectLst/>
                        </a:rPr>
                        <a:t>bool</a:t>
                      </a:r>
                      <a:endParaRPr lang="es-MX" sz="1800" dirty="0">
                        <a:effectLst/>
                      </a:endParaRP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s-MX" sz="1800" dirty="0">
                          <a:effectLst/>
                        </a:rPr>
                        <a:t>Booleano (True, False)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986763"/>
                  </a:ext>
                </a:extLst>
              </a:tr>
              <a:tr h="633635">
                <a:tc>
                  <a:txBody>
                    <a:bodyPr/>
                    <a:lstStyle/>
                    <a:p>
                      <a:pPr fontAlgn="ctr"/>
                      <a:r>
                        <a:rPr lang="es-MX" sz="1800">
                          <a:effectLst/>
                        </a:rPr>
                        <a:t>int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s-ES" sz="1800" dirty="0">
                          <a:effectLst/>
                        </a:rPr>
                        <a:t>Entero estándar (32 </a:t>
                      </a:r>
                      <a:r>
                        <a:rPr lang="es-ES" sz="1800" dirty="0" err="1">
                          <a:effectLst/>
                        </a:rPr>
                        <a:t>ó</a:t>
                      </a:r>
                      <a:r>
                        <a:rPr lang="es-ES" sz="1800" dirty="0">
                          <a:effectLst/>
                        </a:rPr>
                        <a:t> 64 </a:t>
                      </a:r>
                      <a:r>
                        <a:rPr lang="es-ES" sz="1800" dirty="0" err="1">
                          <a:effectLst/>
                        </a:rPr>
                        <a:t>segun</a:t>
                      </a:r>
                      <a:r>
                        <a:rPr lang="es-ES" sz="1800" dirty="0">
                          <a:effectLst/>
                        </a:rPr>
                        <a:t> la implementación)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465811"/>
                  </a:ext>
                </a:extLst>
              </a:tr>
              <a:tr h="362077">
                <a:tc>
                  <a:txBody>
                    <a:bodyPr/>
                    <a:lstStyle/>
                    <a:p>
                      <a:pPr fontAlgn="ctr"/>
                      <a:r>
                        <a:rPr lang="es-MX" sz="1800">
                          <a:effectLst/>
                        </a:rPr>
                        <a:t>float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s-MX" sz="1800" dirty="0" err="1">
                          <a:effectLst/>
                        </a:rPr>
                        <a:t>Float</a:t>
                      </a:r>
                      <a:r>
                        <a:rPr lang="es-MX" sz="1800" dirty="0">
                          <a:effectLst/>
                        </a:rPr>
                        <a:t> estándar (doble precisión)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212501"/>
                  </a:ext>
                </a:extLst>
              </a:tr>
              <a:tr h="362077">
                <a:tc>
                  <a:txBody>
                    <a:bodyPr/>
                    <a:lstStyle/>
                    <a:p>
                      <a:pPr fontAlgn="ctr"/>
                      <a:r>
                        <a:rPr lang="es-MX" sz="1800">
                          <a:effectLst/>
                        </a:rPr>
                        <a:t>complex (complex128)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s-MX" sz="1800" dirty="0">
                          <a:effectLst/>
                        </a:rPr>
                        <a:t>Números complejos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8195559"/>
                  </a:ext>
                </a:extLst>
              </a:tr>
              <a:tr h="362077">
                <a:tc>
                  <a:txBody>
                    <a:bodyPr/>
                    <a:lstStyle/>
                    <a:p>
                      <a:pPr fontAlgn="ctr"/>
                      <a:r>
                        <a:rPr lang="es-MX" sz="1800">
                          <a:effectLst/>
                        </a:rPr>
                        <a:t>object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s-MX" sz="1800" dirty="0">
                          <a:effectLst/>
                        </a:rPr>
                        <a:t>Objetos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0044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9097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Módulo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Numpy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971600" y="1510885"/>
            <a:ext cx="7406480" cy="2629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Numpy</a:t>
            </a:r>
            <a:r>
              <a:rPr lang="es-ES" sz="20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es un módulo de Python que proporciona estructuras de datos para manipulación eficiente de </a:t>
            </a:r>
            <a:r>
              <a:rPr lang="es-ES" sz="2000" b="1" i="0" dirty="0">
                <a:solidFill>
                  <a:schemeClr val="accent5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vectores</a:t>
            </a:r>
            <a:r>
              <a:rPr lang="es-ES" sz="20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y </a:t>
            </a:r>
            <a:r>
              <a:rPr lang="es-ES" sz="2000" b="1" i="0" dirty="0">
                <a:solidFill>
                  <a:schemeClr val="accent5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matrices</a:t>
            </a:r>
            <a:r>
              <a:rPr lang="es-ES" sz="20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. </a:t>
            </a:r>
          </a:p>
          <a:p>
            <a:pPr algn="just">
              <a:lnSpc>
                <a:spcPct val="150000"/>
              </a:lnSpc>
            </a:pPr>
            <a:endParaRPr lang="es-ES" sz="1200" dirty="0">
              <a:solidFill>
                <a:srgbClr val="212121"/>
              </a:solidFill>
              <a:latin typeface="Roboto" panose="02000000000000000000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s-ES" sz="20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Para usar el módulo de </a:t>
            </a:r>
            <a:r>
              <a:rPr lang="es-ES" sz="2000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Numpy</a:t>
            </a:r>
            <a:r>
              <a:rPr lang="es-ES" sz="20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basta ejecutar la instrucción:</a:t>
            </a:r>
          </a:p>
          <a:p>
            <a:pPr algn="just">
              <a:lnSpc>
                <a:spcPct val="150000"/>
              </a:lnSpc>
            </a:pPr>
            <a:endParaRPr lang="es-ES" sz="2000" dirty="0">
              <a:solidFill>
                <a:srgbClr val="212121"/>
              </a:solidFill>
              <a:latin typeface="Roboto" panose="02000000000000000000" pitchFamily="2" charset="0"/>
            </a:endParaRPr>
          </a:p>
          <a:p>
            <a:pPr algn="just">
              <a:lnSpc>
                <a:spcPct val="150000"/>
              </a:lnSpc>
            </a:pP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FBE0C90-A4D8-4BF1-86E2-A6A27C599BB8}"/>
              </a:ext>
            </a:extLst>
          </p:cNvPr>
          <p:cNvSpPr txBox="1"/>
          <p:nvPr/>
        </p:nvSpPr>
        <p:spPr>
          <a:xfrm>
            <a:off x="971600" y="3448400"/>
            <a:ext cx="7920880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import</a:t>
            </a:r>
            <a:r>
              <a:rPr lang="es-E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s-ES" sz="2400" b="1" dirty="0" err="1">
                <a:solidFill>
                  <a:schemeClr val="accent6">
                    <a:lumMod val="75000"/>
                  </a:schemeClr>
                </a:solidFill>
              </a:rPr>
              <a:t>numpy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s-E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as </a:t>
            </a:r>
            <a:r>
              <a:rPr lang="es-ES" sz="2400" b="1" dirty="0" err="1">
                <a:solidFill>
                  <a:srgbClr val="FF0000"/>
                </a:solidFill>
              </a:rPr>
              <a:t>np</a:t>
            </a:r>
            <a:r>
              <a:rPr lang="es-ES" sz="2400" b="1" i="0" dirty="0">
                <a:solidFill>
                  <a:srgbClr val="FF0000"/>
                </a:solidFill>
                <a:effectLst/>
              </a:rPr>
              <a:t> </a:t>
            </a:r>
            <a:endParaRPr lang="es-ES" sz="2400" b="1" dirty="0">
              <a:solidFill>
                <a:srgbClr val="FF0000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561860F-81EF-4231-BF44-B02011A80E07}"/>
              </a:ext>
            </a:extLst>
          </p:cNvPr>
          <p:cNvSpPr txBox="1"/>
          <p:nvPr/>
        </p:nvSpPr>
        <p:spPr>
          <a:xfrm>
            <a:off x="946002" y="4392089"/>
            <a:ext cx="7406480" cy="189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El objeto </a:t>
            </a:r>
            <a:r>
              <a:rPr lang="es-ES" sz="2000" b="1" i="0" dirty="0" err="1">
                <a:solidFill>
                  <a:srgbClr val="FF0000"/>
                </a:solidFill>
                <a:effectLst/>
                <a:latin typeface="Roboto" panose="02000000000000000000" pitchFamily="2" charset="0"/>
              </a:rPr>
              <a:t>np</a:t>
            </a:r>
            <a:r>
              <a:rPr lang="es-ES" sz="2000" b="1" i="0" dirty="0">
                <a:solidFill>
                  <a:srgbClr val="FF0000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s-ES" sz="20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lo utilizamos para invocar todas las funciones que proporciona el módulo.</a:t>
            </a:r>
          </a:p>
          <a:p>
            <a:pPr algn="just">
              <a:lnSpc>
                <a:spcPct val="150000"/>
              </a:lnSpc>
            </a:pPr>
            <a:endParaRPr lang="es-ES" sz="2000" dirty="0">
              <a:solidFill>
                <a:srgbClr val="212121"/>
              </a:solidFill>
              <a:latin typeface="Roboto" panose="02000000000000000000" pitchFamily="2" charset="0"/>
            </a:endParaRPr>
          </a:p>
          <a:p>
            <a:pPr algn="just">
              <a:lnSpc>
                <a:spcPct val="150000"/>
              </a:lnSpc>
            </a:pP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8578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2352" y="-17738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Objetos: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ndarray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611560" y="1125262"/>
            <a:ext cx="8064896" cy="5584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La estructura más básica es un </a:t>
            </a:r>
            <a:r>
              <a:rPr lang="es-ES" sz="2000" b="1" i="0" dirty="0">
                <a:solidFill>
                  <a:schemeClr val="accent5">
                    <a:lumMod val="75000"/>
                  </a:schemeClr>
                </a:solidFill>
                <a:effectLst/>
              </a:rPr>
              <a:t>vector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, que podemos crear a partir de pasar una lista a la función </a:t>
            </a:r>
            <a:r>
              <a:rPr lang="es-ES" sz="2000" b="1" i="0" dirty="0">
                <a:solidFill>
                  <a:srgbClr val="FF0000"/>
                </a:solidFill>
                <a:effectLst/>
              </a:rPr>
              <a:t>array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:</a:t>
            </a:r>
          </a:p>
          <a:p>
            <a:pPr algn="l">
              <a:lnSpc>
                <a:spcPct val="150000"/>
              </a:lnSpc>
            </a:pPr>
            <a:endParaRPr lang="es-ES" sz="200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accent5">
                    <a:lumMod val="75000"/>
                  </a:schemeClr>
                </a:solidFill>
                <a:effectLst/>
              </a:rPr>
              <a:t>arreglo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= </a:t>
            </a:r>
            <a:r>
              <a:rPr lang="es-ES" sz="2000" b="1" i="0" dirty="0" err="1">
                <a:solidFill>
                  <a:srgbClr val="FF0000"/>
                </a:solidFill>
                <a:effectLst/>
              </a:rPr>
              <a:t>np</a:t>
            </a:r>
            <a:r>
              <a:rPr lang="es-ES" sz="200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.</a:t>
            </a:r>
            <a:r>
              <a:rPr lang="es-ES" sz="2000" b="1" i="0" dirty="0" err="1">
                <a:solidFill>
                  <a:srgbClr val="FF0000"/>
                </a:solidFill>
                <a:effectLst/>
              </a:rPr>
              <a:t>array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([1, 2, 3, 4])</a:t>
            </a:r>
          </a:p>
          <a:p>
            <a:pPr algn="l">
              <a:lnSpc>
                <a:spcPct val="150000"/>
              </a:lnSpc>
            </a:pPr>
            <a:endParaRPr lang="es-ES" sz="200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pPr algn="l">
              <a:lnSpc>
                <a:spcPct val="1500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El </a:t>
            </a:r>
            <a:r>
              <a:rPr lang="es-ES" sz="2000" b="1" dirty="0">
                <a:solidFill>
                  <a:schemeClr val="accent5">
                    <a:lumMod val="75000"/>
                  </a:schemeClr>
                </a:solidFill>
              </a:rPr>
              <a:t>vector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es un objeto de la clase 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“</a:t>
            </a: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ndarray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”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Esta clase de </a:t>
            </a: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Numpy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maneja los arreglos en general. Un objeto de </a:t>
            </a: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ndarray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tiene los siguientes atributos: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ndim</a:t>
            </a:r>
            <a:endParaRPr lang="es-ES" sz="2000" b="1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shape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size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itemsize</a:t>
            </a:r>
            <a:endParaRPr lang="es-ES" sz="2000" b="1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dtype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8639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2352" y="-17738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Herramientas para crear vectores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1259632" y="1412776"/>
            <a:ext cx="7344816" cy="2814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Existen varias instrucciones para crear vectores en </a:t>
            </a:r>
            <a:r>
              <a:rPr lang="es-ES" sz="2000" b="1" i="0" dirty="0" err="1">
                <a:solidFill>
                  <a:schemeClr val="accent6">
                    <a:lumMod val="75000"/>
                  </a:schemeClr>
                </a:solidFill>
                <a:effectLst/>
              </a:rPr>
              <a:t>Numpy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np.empty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np.zeros</a:t>
            </a: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()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np.ones</a:t>
            </a: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()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np.arange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np.linspace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725457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2352" y="-17738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Manipulación de arreglos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1115616" y="1536174"/>
            <a:ext cx="7344816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Podemos acceder a elementos individuales por medio de </a:t>
            </a:r>
            <a:r>
              <a:rPr lang="es-ES" sz="2000" b="1" dirty="0">
                <a:solidFill>
                  <a:schemeClr val="accent5">
                    <a:lumMod val="75000"/>
                  </a:schemeClr>
                </a:solidFill>
              </a:rPr>
              <a:t>índices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así como por </a:t>
            </a:r>
            <a:r>
              <a:rPr lang="es-ES" sz="2000" b="1" dirty="0" err="1">
                <a:solidFill>
                  <a:schemeClr val="accent5">
                    <a:lumMod val="75000"/>
                  </a:schemeClr>
                </a:solidFill>
              </a:rPr>
              <a:t>slices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V = [0, 1, 2, 3, 4, 5]</a:t>
            </a:r>
          </a:p>
          <a:p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Podemos acceder a 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elementos individuales </a:t>
            </a:r>
          </a:p>
          <a:p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/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V[0]</a:t>
            </a:r>
          </a:p>
          <a:p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Podemos acceder 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un segmento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</a:rPr>
              <a:t>slice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 un vector</a:t>
            </a:r>
          </a:p>
          <a:p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/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V[2:4]</a:t>
            </a:r>
          </a:p>
        </p:txBody>
      </p:sp>
    </p:spTree>
    <p:extLst>
      <p:ext uri="{BB962C8B-B14F-4D97-AF65-F5344CB8AC3E}">
        <p14:creationId xmlns:p14="http://schemas.microsoft.com/office/powerpoint/2010/main" val="4069243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2352" y="68239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Agregar  elementos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CE5AA9D-354E-4C31-88A9-A48B5A9BA280}"/>
              </a:ext>
            </a:extLst>
          </p:cNvPr>
          <p:cNvSpPr txBox="1"/>
          <p:nvPr/>
        </p:nvSpPr>
        <p:spPr>
          <a:xfrm>
            <a:off x="426368" y="1628800"/>
            <a:ext cx="8208912" cy="2291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MX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Para </a:t>
            </a:r>
            <a:r>
              <a:rPr lang="es-MX" b="1" i="0" dirty="0">
                <a:solidFill>
                  <a:schemeClr val="accent5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agregar</a:t>
            </a:r>
            <a:r>
              <a:rPr lang="es-MX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elementos a un arreglo podemos usar la función </a:t>
            </a:r>
            <a:r>
              <a:rPr lang="es-MX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np.append</a:t>
            </a:r>
            <a:r>
              <a:rPr lang="es-MX" b="1" i="0" dirty="0">
                <a:solidFill>
                  <a:schemeClr val="accent6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()</a:t>
            </a:r>
            <a:r>
              <a:rPr lang="es-MX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:</a:t>
            </a:r>
          </a:p>
          <a:p>
            <a:pPr lvl="1" algn="just" fontAlgn="base">
              <a:lnSpc>
                <a:spcPts val="2500"/>
              </a:lnSpc>
              <a:spcAft>
                <a:spcPts val="1200"/>
              </a:spcAft>
            </a:pPr>
            <a:r>
              <a:rPr lang="es-ES" b="1" i="0" dirty="0" err="1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np.append</a:t>
            </a:r>
            <a:r>
              <a:rPr lang="es-ES" b="1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(arreglo, vals)</a:t>
            </a:r>
          </a:p>
          <a:p>
            <a:pPr marL="742950" lvl="1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arreglo </a:t>
            </a:r>
            <a:r>
              <a:rPr lang="es-E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: </a:t>
            </a:r>
            <a:r>
              <a:rPr lang="es-ES" dirty="0">
                <a:solidFill>
                  <a:srgbClr val="212121"/>
                </a:solidFill>
                <a:latin typeface="Roboto" panose="02000000000000000000" pitchFamily="2" charset="0"/>
              </a:rPr>
              <a:t>E</a:t>
            </a:r>
            <a:r>
              <a:rPr lang="es-E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l arreglo base</a:t>
            </a:r>
          </a:p>
          <a:p>
            <a:pPr marL="742950" lvl="1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vals</a:t>
            </a:r>
            <a:r>
              <a:rPr lang="es-E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: El arreglo de valores a juntar</a:t>
            </a:r>
            <a:endParaRPr lang="es-MX" b="0" i="0" dirty="0">
              <a:solidFill>
                <a:srgbClr val="212121"/>
              </a:solidFill>
              <a:effectLst/>
              <a:latin typeface="Roboto" panose="02000000000000000000" pitchFamily="2" charset="0"/>
            </a:endParaRPr>
          </a:p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s-ES" b="0" i="0" dirty="0">
              <a:solidFill>
                <a:srgbClr val="000000"/>
              </a:solidFill>
              <a:effectLst/>
              <a:latin typeface="inherit"/>
            </a:endParaRPr>
          </a:p>
        </p:txBody>
      </p:sp>
    </p:spTree>
    <p:extLst>
      <p:ext uri="{BB962C8B-B14F-4D97-AF65-F5344CB8AC3E}">
        <p14:creationId xmlns:p14="http://schemas.microsoft.com/office/powerpoint/2010/main" val="1023280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2352" y="404664"/>
            <a:ext cx="8579296" cy="11430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Obtener el elemento mínimo y máximo de un arreglo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5DBA087-8F34-4F75-A5F0-B97397BAF7AE}"/>
              </a:ext>
            </a:extLst>
          </p:cNvPr>
          <p:cNvSpPr txBox="1"/>
          <p:nvPr/>
        </p:nvSpPr>
        <p:spPr>
          <a:xfrm>
            <a:off x="1979712" y="2132856"/>
            <a:ext cx="5688632" cy="2429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s-ES" sz="2000" b="1" i="0" dirty="0" err="1">
                <a:solidFill>
                  <a:srgbClr val="066DA1"/>
                </a:solidFill>
                <a:effectLst/>
              </a:rPr>
              <a:t>import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numpy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1" i="0" dirty="0">
                <a:solidFill>
                  <a:srgbClr val="066DA1"/>
                </a:solidFill>
                <a:effectLst/>
              </a:rPr>
              <a:t>as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np</a:t>
            </a:r>
            <a:endParaRPr lang="es-ES" sz="2000" b="0" i="0" dirty="0">
              <a:solidFill>
                <a:srgbClr val="AAAAAA"/>
              </a:solidFill>
              <a:effectLst/>
            </a:endParaRPr>
          </a:p>
          <a:p>
            <a:pPr algn="l" rtl="0">
              <a:lnSpc>
                <a:spcPct val="150000"/>
              </a:lnSpc>
            </a:pPr>
            <a:r>
              <a:rPr lang="es-ES" sz="2000" b="0" i="0" dirty="0" err="1">
                <a:solidFill>
                  <a:srgbClr val="000000"/>
                </a:solidFill>
                <a:effectLst/>
              </a:rPr>
              <a:t>arr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=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np.</a:t>
            </a:r>
            <a:r>
              <a:rPr lang="es-ES" sz="2000" b="0" i="0" dirty="0" err="1">
                <a:solidFill>
                  <a:srgbClr val="404247"/>
                </a:solidFill>
                <a:effectLst/>
              </a:rPr>
              <a:t>array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([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12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7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6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11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2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9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15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5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14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])</a:t>
            </a:r>
            <a:endParaRPr lang="es-ES" sz="2000" b="0" i="0" dirty="0">
              <a:solidFill>
                <a:srgbClr val="AAAAAA"/>
              </a:solidFill>
              <a:effectLst/>
            </a:endParaRPr>
          </a:p>
          <a:p>
            <a:pPr algn="l" rtl="0">
              <a:lnSpc>
                <a:spcPct val="150000"/>
              </a:lnSpc>
            </a:pPr>
            <a:r>
              <a:rPr lang="es-ES" sz="2000" b="0" i="0" dirty="0" err="1">
                <a:solidFill>
                  <a:srgbClr val="000000"/>
                </a:solidFill>
                <a:effectLst/>
              </a:rPr>
              <a:t>np.</a:t>
            </a:r>
            <a:r>
              <a:rPr lang="es-ES" sz="2000" b="1" i="0" dirty="0" err="1">
                <a:solidFill>
                  <a:schemeClr val="accent6">
                    <a:lumMod val="75000"/>
                  </a:schemeClr>
                </a:solidFill>
                <a:effectLst/>
              </a:rPr>
              <a:t>min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(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arr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)</a:t>
            </a:r>
            <a:r>
              <a:rPr lang="es-ES" sz="2000" b="0" i="0" dirty="0">
                <a:solidFill>
                  <a:srgbClr val="888888"/>
                </a:solidFill>
                <a:effectLst/>
              </a:rPr>
              <a:t> # Se obtiene 2</a:t>
            </a:r>
            <a:endParaRPr lang="es-ES" sz="2000" b="0" i="0" dirty="0">
              <a:solidFill>
                <a:srgbClr val="AAAAAA"/>
              </a:solidFill>
              <a:effectLst/>
            </a:endParaRP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s-ES" sz="2000" b="0" i="0" dirty="0">
                <a:solidFill>
                  <a:srgbClr val="222222"/>
                </a:solidFill>
                <a:effectLst/>
              </a:rPr>
              <a:t>Lo mismo se puede repetir para el máximo</a:t>
            </a:r>
          </a:p>
          <a:p>
            <a:pPr algn="l" rtl="0">
              <a:lnSpc>
                <a:spcPct val="150000"/>
              </a:lnSpc>
            </a:pPr>
            <a:r>
              <a:rPr lang="es-ES" sz="2000" b="0" i="0" dirty="0" err="1">
                <a:solidFill>
                  <a:srgbClr val="000000"/>
                </a:solidFill>
                <a:effectLst/>
              </a:rPr>
              <a:t>np.</a:t>
            </a:r>
            <a:r>
              <a:rPr lang="es-ES" sz="2000" b="1" i="0" dirty="0" err="1">
                <a:solidFill>
                  <a:schemeClr val="accent6">
                    <a:lumMod val="75000"/>
                  </a:schemeClr>
                </a:solidFill>
                <a:effectLst/>
              </a:rPr>
              <a:t>max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(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arr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)</a:t>
            </a:r>
            <a:r>
              <a:rPr lang="es-ES" sz="2000" b="0" i="0" dirty="0">
                <a:solidFill>
                  <a:srgbClr val="888888"/>
                </a:solidFill>
                <a:effectLst/>
              </a:rPr>
              <a:t> # Se obtiene 15</a:t>
            </a:r>
            <a:endParaRPr lang="es-ES" sz="2000" b="0" i="0" dirty="0">
              <a:solidFill>
                <a:srgbClr val="AAAAAA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26567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2352" y="404664"/>
            <a:ext cx="8579296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Suma de elementos de un arreglo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5DBA087-8F34-4F75-A5F0-B97397BAF7AE}"/>
              </a:ext>
            </a:extLst>
          </p:cNvPr>
          <p:cNvSpPr txBox="1"/>
          <p:nvPr/>
        </p:nvSpPr>
        <p:spPr>
          <a:xfrm>
            <a:off x="1907704" y="2996952"/>
            <a:ext cx="5688632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s-ES" sz="2000" b="1" i="0" dirty="0" err="1">
                <a:solidFill>
                  <a:srgbClr val="066DA1"/>
                </a:solidFill>
                <a:effectLst/>
              </a:rPr>
              <a:t>import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numpy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1" i="0" dirty="0">
                <a:solidFill>
                  <a:srgbClr val="066DA1"/>
                </a:solidFill>
                <a:effectLst/>
              </a:rPr>
              <a:t>as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np</a:t>
            </a:r>
            <a:endParaRPr lang="es-ES" sz="2000" b="0" i="0" dirty="0">
              <a:solidFill>
                <a:srgbClr val="AAAAAA"/>
              </a:solidFill>
              <a:effectLst/>
            </a:endParaRPr>
          </a:p>
          <a:p>
            <a:pPr algn="l" rtl="0">
              <a:lnSpc>
                <a:spcPct val="150000"/>
              </a:lnSpc>
            </a:pPr>
            <a:r>
              <a:rPr lang="es-ES" sz="2000" b="0" i="0" dirty="0" err="1">
                <a:solidFill>
                  <a:srgbClr val="000000"/>
                </a:solidFill>
                <a:effectLst/>
              </a:rPr>
              <a:t>arr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=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np.</a:t>
            </a:r>
            <a:r>
              <a:rPr lang="es-ES" sz="2000" b="0" i="0" dirty="0" err="1">
                <a:solidFill>
                  <a:srgbClr val="404247"/>
                </a:solidFill>
                <a:effectLst/>
              </a:rPr>
              <a:t>array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([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12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7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6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11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2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9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15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5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14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])</a:t>
            </a:r>
            <a:endParaRPr lang="es-ES" sz="2000" b="0" i="0" dirty="0">
              <a:solidFill>
                <a:srgbClr val="AAAAAA"/>
              </a:solidFill>
              <a:effectLst/>
            </a:endParaRPr>
          </a:p>
          <a:p>
            <a:pPr algn="l" rtl="0">
              <a:lnSpc>
                <a:spcPct val="150000"/>
              </a:lnSpc>
            </a:pPr>
            <a:r>
              <a:rPr lang="es-ES" sz="2000" b="0" i="0" dirty="0" err="1">
                <a:solidFill>
                  <a:srgbClr val="000000"/>
                </a:solidFill>
                <a:effectLst/>
              </a:rPr>
              <a:t>np.</a:t>
            </a:r>
            <a:r>
              <a:rPr lang="es-ES" sz="2000" b="1" i="0" dirty="0" err="1">
                <a:solidFill>
                  <a:schemeClr val="accent6">
                    <a:lumMod val="75000"/>
                  </a:schemeClr>
                </a:solidFill>
                <a:effectLst/>
              </a:rPr>
              <a:t>sum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(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arr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)</a:t>
            </a:r>
            <a:r>
              <a:rPr lang="es-ES" sz="2000" b="0" i="0" dirty="0">
                <a:solidFill>
                  <a:srgbClr val="888888"/>
                </a:solidFill>
                <a:effectLst/>
              </a:rPr>
              <a:t> # Se obtiene 81</a:t>
            </a:r>
            <a:endParaRPr lang="es-ES" sz="2000" b="0" i="0" dirty="0">
              <a:solidFill>
                <a:srgbClr val="AAAAAA"/>
              </a:solidFill>
              <a:effectLst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88C6A2A-3851-43A1-80DA-5A41522B28E8}"/>
              </a:ext>
            </a:extLst>
          </p:cNvPr>
          <p:cNvSpPr txBox="1"/>
          <p:nvPr/>
        </p:nvSpPr>
        <p:spPr>
          <a:xfrm>
            <a:off x="647564" y="1668955"/>
            <a:ext cx="7740860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n-US" sz="2000" dirty="0" err="1">
                <a:solidFill>
                  <a:srgbClr val="000000"/>
                </a:solidFill>
              </a:rPr>
              <a:t>numpy.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sum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() </a:t>
            </a:r>
            <a:r>
              <a:rPr lang="en-US" sz="2000" dirty="0">
                <a:solidFill>
                  <a:srgbClr val="000000"/>
                </a:solidFill>
              </a:rPr>
              <a:t>: La </a:t>
            </a:r>
            <a:r>
              <a:rPr lang="en-US" sz="2000" dirty="0" err="1">
                <a:solidFill>
                  <a:srgbClr val="000000"/>
                </a:solidFill>
              </a:rPr>
              <a:t>función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sum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regresa</a:t>
            </a:r>
            <a:r>
              <a:rPr lang="en-US" sz="2000" dirty="0">
                <a:solidFill>
                  <a:srgbClr val="000000"/>
                </a:solidFill>
              </a:rPr>
              <a:t> la </a:t>
            </a:r>
            <a:r>
              <a:rPr lang="en-US" sz="2000" dirty="0" err="1">
                <a:solidFill>
                  <a:srgbClr val="000000"/>
                </a:solidFill>
              </a:rPr>
              <a:t>suma</a:t>
            </a:r>
            <a:r>
              <a:rPr lang="en-US" sz="2000" dirty="0">
                <a:solidFill>
                  <a:srgbClr val="000000"/>
                </a:solidFill>
              </a:rPr>
              <a:t> de los </a:t>
            </a:r>
            <a:r>
              <a:rPr lang="en-US" sz="2000" dirty="0" err="1">
                <a:solidFill>
                  <a:srgbClr val="000000"/>
                </a:solidFill>
              </a:rPr>
              <a:t>elementos</a:t>
            </a:r>
            <a:r>
              <a:rPr lang="en-US" sz="2000" dirty="0">
                <a:solidFill>
                  <a:srgbClr val="000000"/>
                </a:solidFill>
              </a:rPr>
              <a:t> de un </a:t>
            </a:r>
            <a:r>
              <a:rPr lang="en-US" sz="2000" dirty="0" err="1">
                <a:solidFill>
                  <a:srgbClr val="000000"/>
                </a:solidFill>
              </a:rPr>
              <a:t>arreglo</a:t>
            </a:r>
            <a:r>
              <a:rPr lang="en-US" sz="2000" dirty="0">
                <a:solidFill>
                  <a:srgbClr val="000000"/>
                </a:solidFill>
              </a:rPr>
              <a:t>.</a:t>
            </a:r>
            <a:endParaRPr lang="es-ES" sz="2000" b="0" i="0" dirty="0">
              <a:solidFill>
                <a:srgbClr val="AAAAAA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48834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2352" y="404664"/>
            <a:ext cx="8579296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Promedio de un arreglo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5DBA087-8F34-4F75-A5F0-B97397BAF7AE}"/>
              </a:ext>
            </a:extLst>
          </p:cNvPr>
          <p:cNvSpPr txBox="1"/>
          <p:nvPr/>
        </p:nvSpPr>
        <p:spPr>
          <a:xfrm>
            <a:off x="1907704" y="2996952"/>
            <a:ext cx="5688632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s-ES" sz="2000" b="1" i="0" dirty="0" err="1">
                <a:solidFill>
                  <a:srgbClr val="066DA1"/>
                </a:solidFill>
                <a:effectLst/>
              </a:rPr>
              <a:t>import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numpy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1" i="0" dirty="0">
                <a:solidFill>
                  <a:srgbClr val="066DA1"/>
                </a:solidFill>
                <a:effectLst/>
              </a:rPr>
              <a:t>as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np</a:t>
            </a:r>
            <a:endParaRPr lang="es-ES" sz="2000" b="0" i="0" dirty="0">
              <a:solidFill>
                <a:srgbClr val="AAAAAA"/>
              </a:solidFill>
              <a:effectLst/>
            </a:endParaRPr>
          </a:p>
          <a:p>
            <a:pPr algn="l" rtl="0">
              <a:lnSpc>
                <a:spcPct val="150000"/>
              </a:lnSpc>
            </a:pPr>
            <a:r>
              <a:rPr lang="es-ES" sz="2000" b="0" i="0" dirty="0" err="1">
                <a:solidFill>
                  <a:srgbClr val="000000"/>
                </a:solidFill>
                <a:effectLst/>
              </a:rPr>
              <a:t>arr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=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np.</a:t>
            </a:r>
            <a:r>
              <a:rPr lang="es-ES" sz="2000" b="0" i="0" dirty="0" err="1">
                <a:solidFill>
                  <a:srgbClr val="404247"/>
                </a:solidFill>
                <a:effectLst/>
              </a:rPr>
              <a:t>array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([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12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7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6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11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2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9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15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5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14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])</a:t>
            </a:r>
            <a:endParaRPr lang="es-ES" sz="2000" b="0" i="0" dirty="0">
              <a:solidFill>
                <a:srgbClr val="AAAAAA"/>
              </a:solidFill>
              <a:effectLst/>
            </a:endParaRPr>
          </a:p>
          <a:p>
            <a:pPr algn="l" rtl="0">
              <a:lnSpc>
                <a:spcPct val="150000"/>
              </a:lnSpc>
            </a:pPr>
            <a:r>
              <a:rPr lang="es-ES" sz="2000" b="0" i="0" dirty="0" err="1">
                <a:solidFill>
                  <a:srgbClr val="000000"/>
                </a:solidFill>
                <a:effectLst/>
              </a:rPr>
              <a:t>np.</a:t>
            </a:r>
            <a:r>
              <a:rPr lang="es-ES" sz="2000" b="1" i="0" dirty="0" err="1">
                <a:solidFill>
                  <a:schemeClr val="accent6">
                    <a:lumMod val="75000"/>
                  </a:schemeClr>
                </a:solidFill>
                <a:effectLst/>
              </a:rPr>
              <a:t>mean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(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arr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)</a:t>
            </a:r>
            <a:r>
              <a:rPr lang="es-ES" sz="2000" b="0" i="0" dirty="0">
                <a:solidFill>
                  <a:srgbClr val="888888"/>
                </a:solidFill>
                <a:effectLst/>
              </a:rPr>
              <a:t> # Se obtiene 9.0</a:t>
            </a:r>
            <a:endParaRPr lang="es-ES" sz="2000" b="0" i="0" dirty="0">
              <a:solidFill>
                <a:srgbClr val="AAAAAA"/>
              </a:solidFill>
              <a:effectLst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88C6A2A-3851-43A1-80DA-5A41522B28E8}"/>
              </a:ext>
            </a:extLst>
          </p:cNvPr>
          <p:cNvSpPr txBox="1"/>
          <p:nvPr/>
        </p:nvSpPr>
        <p:spPr>
          <a:xfrm>
            <a:off x="647564" y="1668955"/>
            <a:ext cx="7740860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n-US" sz="2000" dirty="0" err="1">
                <a:solidFill>
                  <a:srgbClr val="000000"/>
                </a:solidFill>
              </a:rPr>
              <a:t>numpy.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mean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() </a:t>
            </a:r>
            <a:r>
              <a:rPr lang="en-US" sz="2000" dirty="0">
                <a:solidFill>
                  <a:srgbClr val="000000"/>
                </a:solidFill>
              </a:rPr>
              <a:t>: La </a:t>
            </a:r>
            <a:r>
              <a:rPr lang="en-US" sz="2000" dirty="0" err="1">
                <a:solidFill>
                  <a:srgbClr val="000000"/>
                </a:solidFill>
              </a:rPr>
              <a:t>función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mean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regresa</a:t>
            </a:r>
            <a:r>
              <a:rPr lang="en-US" sz="2000" dirty="0">
                <a:solidFill>
                  <a:srgbClr val="000000"/>
                </a:solidFill>
              </a:rPr>
              <a:t> el </a:t>
            </a:r>
            <a:r>
              <a:rPr lang="en-US" sz="2000" dirty="0" err="1">
                <a:solidFill>
                  <a:srgbClr val="000000"/>
                </a:solidFill>
              </a:rPr>
              <a:t>promedio</a:t>
            </a:r>
            <a:r>
              <a:rPr lang="en-US" sz="2000" dirty="0">
                <a:solidFill>
                  <a:srgbClr val="000000"/>
                </a:solidFill>
              </a:rPr>
              <a:t> de los </a:t>
            </a:r>
            <a:r>
              <a:rPr lang="en-US" sz="2000" dirty="0" err="1">
                <a:solidFill>
                  <a:srgbClr val="000000"/>
                </a:solidFill>
              </a:rPr>
              <a:t>elementos</a:t>
            </a:r>
            <a:r>
              <a:rPr lang="en-US" sz="2000" dirty="0">
                <a:solidFill>
                  <a:srgbClr val="000000"/>
                </a:solidFill>
              </a:rPr>
              <a:t> de un </a:t>
            </a:r>
            <a:r>
              <a:rPr lang="en-US" sz="2000" dirty="0" err="1">
                <a:solidFill>
                  <a:srgbClr val="000000"/>
                </a:solidFill>
              </a:rPr>
              <a:t>arreglo</a:t>
            </a:r>
            <a:r>
              <a:rPr lang="en-US" sz="2000" dirty="0">
                <a:solidFill>
                  <a:srgbClr val="000000"/>
                </a:solidFill>
              </a:rPr>
              <a:t>.</a:t>
            </a:r>
            <a:endParaRPr lang="es-ES" sz="2000" b="0" i="0" dirty="0">
              <a:solidFill>
                <a:srgbClr val="AAAAAA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371261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2352" y="404664"/>
            <a:ext cx="8579296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Varianza de un arreglo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5DBA087-8F34-4F75-A5F0-B97397BAF7AE}"/>
              </a:ext>
            </a:extLst>
          </p:cNvPr>
          <p:cNvSpPr txBox="1"/>
          <p:nvPr/>
        </p:nvSpPr>
        <p:spPr>
          <a:xfrm>
            <a:off x="1907704" y="2996952"/>
            <a:ext cx="5688632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s-ES" sz="2000" b="1" i="0" dirty="0" err="1">
                <a:solidFill>
                  <a:srgbClr val="066DA1"/>
                </a:solidFill>
                <a:effectLst/>
              </a:rPr>
              <a:t>import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numpy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1" i="0" dirty="0">
                <a:solidFill>
                  <a:srgbClr val="066DA1"/>
                </a:solidFill>
                <a:effectLst/>
              </a:rPr>
              <a:t>as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np</a:t>
            </a:r>
            <a:endParaRPr lang="es-ES" sz="2000" b="0" i="0" dirty="0">
              <a:solidFill>
                <a:srgbClr val="AAAAAA"/>
              </a:solidFill>
              <a:effectLst/>
            </a:endParaRPr>
          </a:p>
          <a:p>
            <a:pPr algn="l" rtl="0">
              <a:lnSpc>
                <a:spcPct val="150000"/>
              </a:lnSpc>
            </a:pPr>
            <a:r>
              <a:rPr lang="es-ES" sz="2000" b="0" i="0" dirty="0" err="1">
                <a:solidFill>
                  <a:srgbClr val="000000"/>
                </a:solidFill>
                <a:effectLst/>
              </a:rPr>
              <a:t>arr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=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np.</a:t>
            </a:r>
            <a:r>
              <a:rPr lang="es-ES" sz="2000" b="0" i="0" dirty="0" err="1">
                <a:solidFill>
                  <a:srgbClr val="404247"/>
                </a:solidFill>
                <a:effectLst/>
              </a:rPr>
              <a:t>array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([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12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7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6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11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2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9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15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5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14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])</a:t>
            </a:r>
            <a:endParaRPr lang="es-ES" sz="2000" b="0" i="0" dirty="0">
              <a:solidFill>
                <a:srgbClr val="AAAAAA"/>
              </a:solidFill>
              <a:effectLst/>
            </a:endParaRPr>
          </a:p>
          <a:p>
            <a:pPr algn="l" rtl="0">
              <a:lnSpc>
                <a:spcPct val="150000"/>
              </a:lnSpc>
            </a:pPr>
            <a:r>
              <a:rPr lang="es-ES" sz="2000" b="0" i="0" dirty="0" err="1">
                <a:solidFill>
                  <a:srgbClr val="000000"/>
                </a:solidFill>
                <a:effectLst/>
              </a:rPr>
              <a:t>np.</a:t>
            </a:r>
            <a:r>
              <a:rPr lang="es-ES" sz="2000" b="1" i="0" dirty="0" err="1">
                <a:solidFill>
                  <a:schemeClr val="accent6">
                    <a:lumMod val="75000"/>
                  </a:schemeClr>
                </a:solidFill>
                <a:effectLst/>
              </a:rPr>
              <a:t>var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(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arr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)</a:t>
            </a:r>
            <a:r>
              <a:rPr lang="es-ES" sz="2000" b="0" i="0" dirty="0">
                <a:solidFill>
                  <a:srgbClr val="888888"/>
                </a:solidFill>
                <a:effectLst/>
              </a:rPr>
              <a:t> # Se obtiene 16.89</a:t>
            </a:r>
            <a:endParaRPr lang="es-ES" sz="2000" b="0" i="0" dirty="0">
              <a:solidFill>
                <a:srgbClr val="AAAAAA"/>
              </a:solidFill>
              <a:effectLst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88C6A2A-3851-43A1-80DA-5A41522B28E8}"/>
              </a:ext>
            </a:extLst>
          </p:cNvPr>
          <p:cNvSpPr txBox="1"/>
          <p:nvPr/>
        </p:nvSpPr>
        <p:spPr>
          <a:xfrm>
            <a:off x="647564" y="1668955"/>
            <a:ext cx="774086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n-US" sz="2000" dirty="0" err="1">
                <a:solidFill>
                  <a:srgbClr val="000000"/>
                </a:solidFill>
              </a:rPr>
              <a:t>numpy.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var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() </a:t>
            </a:r>
            <a:r>
              <a:rPr lang="en-US" sz="2000" dirty="0">
                <a:solidFill>
                  <a:srgbClr val="000000"/>
                </a:solidFill>
              </a:rPr>
              <a:t>: La </a:t>
            </a:r>
            <a:r>
              <a:rPr lang="en-US" sz="2000" dirty="0" err="1">
                <a:solidFill>
                  <a:srgbClr val="000000"/>
                </a:solidFill>
              </a:rPr>
              <a:t>función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var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regresa</a:t>
            </a:r>
            <a:r>
              <a:rPr lang="en-US" sz="2000" dirty="0">
                <a:solidFill>
                  <a:srgbClr val="000000"/>
                </a:solidFill>
              </a:rPr>
              <a:t> la </a:t>
            </a:r>
            <a:r>
              <a:rPr lang="en-US" sz="2000" dirty="0" err="1">
                <a:solidFill>
                  <a:srgbClr val="000000"/>
                </a:solidFill>
              </a:rPr>
              <a:t>varianza</a:t>
            </a:r>
            <a:r>
              <a:rPr lang="en-US" sz="2000" dirty="0">
                <a:solidFill>
                  <a:srgbClr val="000000"/>
                </a:solidFill>
              </a:rPr>
              <a:t> de un </a:t>
            </a:r>
            <a:r>
              <a:rPr lang="en-US" sz="2000" dirty="0" err="1">
                <a:solidFill>
                  <a:srgbClr val="000000"/>
                </a:solidFill>
              </a:rPr>
              <a:t>arreglo</a:t>
            </a:r>
            <a:r>
              <a:rPr lang="en-US" sz="2000" dirty="0">
                <a:solidFill>
                  <a:srgbClr val="000000"/>
                </a:solidFill>
              </a:rPr>
              <a:t>.</a:t>
            </a:r>
            <a:endParaRPr lang="es-ES" sz="2000" b="0" i="0" dirty="0">
              <a:solidFill>
                <a:srgbClr val="AAAAAA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75402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2352" y="404664"/>
            <a:ext cx="8579296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Desviación estándar de un arreglo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5DBA087-8F34-4F75-A5F0-B97397BAF7AE}"/>
              </a:ext>
            </a:extLst>
          </p:cNvPr>
          <p:cNvSpPr txBox="1"/>
          <p:nvPr/>
        </p:nvSpPr>
        <p:spPr>
          <a:xfrm>
            <a:off x="1907704" y="2996952"/>
            <a:ext cx="5688632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s-ES" sz="2000" b="1" i="0" dirty="0" err="1">
                <a:solidFill>
                  <a:srgbClr val="066DA1"/>
                </a:solidFill>
                <a:effectLst/>
              </a:rPr>
              <a:t>import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numpy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1" i="0" dirty="0">
                <a:solidFill>
                  <a:srgbClr val="066DA1"/>
                </a:solidFill>
                <a:effectLst/>
              </a:rPr>
              <a:t>as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np</a:t>
            </a:r>
            <a:endParaRPr lang="es-ES" sz="2000" b="0" i="0" dirty="0">
              <a:solidFill>
                <a:srgbClr val="AAAAAA"/>
              </a:solidFill>
              <a:effectLst/>
            </a:endParaRPr>
          </a:p>
          <a:p>
            <a:pPr algn="l" rtl="0">
              <a:lnSpc>
                <a:spcPct val="150000"/>
              </a:lnSpc>
            </a:pPr>
            <a:r>
              <a:rPr lang="es-ES" sz="2000" b="0" i="0" dirty="0" err="1">
                <a:solidFill>
                  <a:srgbClr val="000000"/>
                </a:solidFill>
                <a:effectLst/>
              </a:rPr>
              <a:t>arr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=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np.</a:t>
            </a:r>
            <a:r>
              <a:rPr lang="es-ES" sz="2000" b="0" i="0" dirty="0" err="1">
                <a:solidFill>
                  <a:srgbClr val="404247"/>
                </a:solidFill>
                <a:effectLst/>
              </a:rPr>
              <a:t>array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([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12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7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6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11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2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9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15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5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14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])</a:t>
            </a:r>
            <a:endParaRPr lang="es-ES" sz="2000" b="0" i="0" dirty="0">
              <a:solidFill>
                <a:srgbClr val="AAAAAA"/>
              </a:solidFill>
              <a:effectLst/>
            </a:endParaRPr>
          </a:p>
          <a:p>
            <a:pPr algn="l" rtl="0">
              <a:lnSpc>
                <a:spcPct val="150000"/>
              </a:lnSpc>
            </a:pPr>
            <a:r>
              <a:rPr lang="es-ES" sz="2000" b="0" i="0" dirty="0" err="1">
                <a:solidFill>
                  <a:srgbClr val="000000"/>
                </a:solidFill>
                <a:effectLst/>
              </a:rPr>
              <a:t>np.</a:t>
            </a:r>
            <a:r>
              <a:rPr lang="es-ES" sz="2000" b="1" i="0" dirty="0" err="1">
                <a:solidFill>
                  <a:schemeClr val="accent6">
                    <a:lumMod val="75000"/>
                  </a:schemeClr>
                </a:solidFill>
                <a:effectLst/>
              </a:rPr>
              <a:t>std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(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arr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)</a:t>
            </a:r>
            <a:r>
              <a:rPr lang="es-ES" sz="2000" b="0" i="0" dirty="0">
                <a:solidFill>
                  <a:srgbClr val="888888"/>
                </a:solidFill>
                <a:effectLst/>
              </a:rPr>
              <a:t> # Se obtiene 4.11</a:t>
            </a:r>
            <a:endParaRPr lang="es-ES" sz="2000" b="0" i="0" dirty="0">
              <a:solidFill>
                <a:srgbClr val="AAAAAA"/>
              </a:solidFill>
              <a:effectLst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88C6A2A-3851-43A1-80DA-5A41522B28E8}"/>
              </a:ext>
            </a:extLst>
          </p:cNvPr>
          <p:cNvSpPr txBox="1"/>
          <p:nvPr/>
        </p:nvSpPr>
        <p:spPr>
          <a:xfrm>
            <a:off x="647564" y="1668955"/>
            <a:ext cx="774086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n-US" sz="2000" dirty="0" err="1">
                <a:solidFill>
                  <a:srgbClr val="000000"/>
                </a:solidFill>
              </a:rPr>
              <a:t>numpy.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std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() </a:t>
            </a:r>
            <a:r>
              <a:rPr lang="en-US" sz="2000" dirty="0">
                <a:solidFill>
                  <a:srgbClr val="000000"/>
                </a:solidFill>
              </a:rPr>
              <a:t>: La </a:t>
            </a:r>
            <a:r>
              <a:rPr lang="en-US" sz="2000" dirty="0" err="1">
                <a:solidFill>
                  <a:srgbClr val="000000"/>
                </a:solidFill>
              </a:rPr>
              <a:t>función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std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regresa</a:t>
            </a:r>
            <a:r>
              <a:rPr lang="en-US" sz="2000" dirty="0">
                <a:solidFill>
                  <a:srgbClr val="000000"/>
                </a:solidFill>
              </a:rPr>
              <a:t> la </a:t>
            </a:r>
            <a:r>
              <a:rPr lang="en-US" sz="2000" dirty="0" err="1">
                <a:solidFill>
                  <a:srgbClr val="000000"/>
                </a:solidFill>
              </a:rPr>
              <a:t>desviación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estándar</a:t>
            </a:r>
            <a:r>
              <a:rPr lang="en-US" sz="2000" dirty="0">
                <a:solidFill>
                  <a:srgbClr val="000000"/>
                </a:solidFill>
              </a:rPr>
              <a:t> de un </a:t>
            </a:r>
            <a:r>
              <a:rPr lang="en-US" sz="2000" dirty="0" err="1">
                <a:solidFill>
                  <a:srgbClr val="000000"/>
                </a:solidFill>
              </a:rPr>
              <a:t>arreglo</a:t>
            </a:r>
            <a:r>
              <a:rPr lang="en-US" sz="2000" dirty="0">
                <a:solidFill>
                  <a:srgbClr val="000000"/>
                </a:solidFill>
              </a:rPr>
              <a:t>.</a:t>
            </a:r>
            <a:endParaRPr lang="es-ES" sz="2000" b="0" i="0" dirty="0">
              <a:solidFill>
                <a:srgbClr val="AAAAAA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90040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2352" y="404664"/>
            <a:ext cx="8579296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Números aleatorios enteros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5DBA087-8F34-4F75-A5F0-B97397BAF7AE}"/>
              </a:ext>
            </a:extLst>
          </p:cNvPr>
          <p:cNvSpPr txBox="1"/>
          <p:nvPr/>
        </p:nvSpPr>
        <p:spPr>
          <a:xfrm>
            <a:off x="1727684" y="3708367"/>
            <a:ext cx="5688632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s-ES" sz="2000" b="1" i="0" dirty="0" err="1">
                <a:solidFill>
                  <a:srgbClr val="066DA1"/>
                </a:solidFill>
                <a:effectLst/>
              </a:rPr>
              <a:t>import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numpy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1" i="0" dirty="0">
                <a:solidFill>
                  <a:srgbClr val="066DA1"/>
                </a:solidFill>
                <a:effectLst/>
              </a:rPr>
              <a:t>as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np</a:t>
            </a:r>
            <a:endParaRPr lang="es-ES" sz="2000" b="0" i="0" dirty="0">
              <a:solidFill>
                <a:srgbClr val="AAAAAA"/>
              </a:solidFill>
              <a:effectLst/>
            </a:endParaRPr>
          </a:p>
          <a:p>
            <a:pPr algn="l" rtl="0">
              <a:lnSpc>
                <a:spcPct val="150000"/>
              </a:lnSpc>
            </a:pPr>
            <a:r>
              <a:rPr lang="es-ES" sz="2000" dirty="0" err="1">
                <a:solidFill>
                  <a:srgbClr val="000000"/>
                </a:solidFill>
              </a:rPr>
              <a:t>arr</a:t>
            </a:r>
            <a:r>
              <a:rPr lang="es-ES" sz="2000" dirty="0">
                <a:solidFill>
                  <a:srgbClr val="000000"/>
                </a:solidFill>
              </a:rPr>
              <a:t> =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np.</a:t>
            </a:r>
            <a:r>
              <a:rPr lang="es-ES" sz="2000" b="1" i="0" dirty="0" err="1">
                <a:solidFill>
                  <a:schemeClr val="accent6">
                    <a:lumMod val="75000"/>
                  </a:schemeClr>
                </a:solidFill>
                <a:effectLst/>
              </a:rPr>
              <a:t>random.randint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(-10, 20, 15)</a:t>
            </a:r>
          </a:p>
          <a:p>
            <a:pPr algn="l" rtl="0">
              <a:lnSpc>
                <a:spcPct val="150000"/>
              </a:lnSpc>
            </a:pPr>
            <a:r>
              <a:rPr lang="es-ES" sz="2000" dirty="0" err="1">
                <a:solidFill>
                  <a:srgbClr val="444444"/>
                </a:solidFill>
              </a:rPr>
              <a:t>print</a:t>
            </a:r>
            <a:r>
              <a:rPr lang="es-ES" sz="2000" dirty="0">
                <a:solidFill>
                  <a:srgbClr val="444444"/>
                </a:solidFill>
              </a:rPr>
              <a:t>(</a:t>
            </a:r>
            <a:r>
              <a:rPr lang="es-ES" sz="2000" dirty="0" err="1">
                <a:solidFill>
                  <a:srgbClr val="444444"/>
                </a:solidFill>
              </a:rPr>
              <a:t>arr</a:t>
            </a:r>
            <a:r>
              <a:rPr lang="es-ES" sz="2000" dirty="0">
                <a:solidFill>
                  <a:srgbClr val="444444"/>
                </a:solidFill>
              </a:rPr>
              <a:t>)</a:t>
            </a:r>
            <a:endParaRPr lang="es-ES" sz="2000" b="0" i="0" dirty="0">
              <a:solidFill>
                <a:srgbClr val="AAAAAA"/>
              </a:solidFill>
              <a:effectLst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88C6A2A-3851-43A1-80DA-5A41522B28E8}"/>
              </a:ext>
            </a:extLst>
          </p:cNvPr>
          <p:cNvSpPr txBox="1"/>
          <p:nvPr/>
        </p:nvSpPr>
        <p:spPr>
          <a:xfrm>
            <a:off x="827584" y="1913204"/>
            <a:ext cx="7740860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n-US" sz="2000" dirty="0" err="1">
                <a:solidFill>
                  <a:srgbClr val="000000"/>
                </a:solidFill>
              </a:rPr>
              <a:t>numpy.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random.randint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(li, ls, 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cantidad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) </a:t>
            </a:r>
            <a:r>
              <a:rPr lang="en-US" sz="2000" dirty="0">
                <a:solidFill>
                  <a:srgbClr val="000000"/>
                </a:solidFill>
              </a:rPr>
              <a:t>: La </a:t>
            </a:r>
            <a:r>
              <a:rPr lang="en-US" sz="2000" dirty="0" err="1">
                <a:solidFill>
                  <a:srgbClr val="000000"/>
                </a:solidFill>
              </a:rPr>
              <a:t>función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random.randint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()</a:t>
            </a:r>
            <a:r>
              <a:rPr lang="en-US" sz="2000" dirty="0">
                <a:solidFill>
                  <a:srgbClr val="000000"/>
                </a:solidFill>
              </a:rPr>
              <a:t> genera </a:t>
            </a:r>
            <a:r>
              <a:rPr lang="en-US" sz="2000" dirty="0" err="1">
                <a:solidFill>
                  <a:srgbClr val="000000"/>
                </a:solidFill>
              </a:rPr>
              <a:t>números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aleatorios</a:t>
            </a:r>
            <a:r>
              <a:rPr lang="en-US" sz="2000" dirty="0">
                <a:solidFill>
                  <a:srgbClr val="000000"/>
                </a:solidFill>
              </a:rPr>
              <a:t> entre el </a:t>
            </a:r>
            <a:r>
              <a:rPr lang="en-US" sz="2000" dirty="0" err="1">
                <a:solidFill>
                  <a:srgbClr val="000000"/>
                </a:solidFill>
              </a:rPr>
              <a:t>límite</a:t>
            </a:r>
            <a:r>
              <a:rPr lang="en-US" sz="2000" dirty="0">
                <a:solidFill>
                  <a:srgbClr val="000000"/>
                </a:solidFill>
              </a:rPr>
              <a:t> inferior y el </a:t>
            </a:r>
            <a:r>
              <a:rPr lang="en-US" sz="2000" dirty="0" err="1">
                <a:solidFill>
                  <a:srgbClr val="000000"/>
                </a:solidFill>
              </a:rPr>
              <a:t>límite</a:t>
            </a:r>
            <a:r>
              <a:rPr lang="en-US" sz="2000" dirty="0">
                <a:solidFill>
                  <a:srgbClr val="000000"/>
                </a:solidFill>
              </a:rPr>
              <a:t> superior, la </a:t>
            </a:r>
            <a:r>
              <a:rPr lang="en-US" sz="2000" dirty="0" err="1">
                <a:solidFill>
                  <a:srgbClr val="000000"/>
                </a:solidFill>
              </a:rPr>
              <a:t>cantidad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especificada</a:t>
            </a:r>
            <a:r>
              <a:rPr lang="en-US" sz="2000" dirty="0">
                <a:solidFill>
                  <a:srgbClr val="000000"/>
                </a:solidFill>
              </a:rPr>
              <a:t> de </a:t>
            </a:r>
            <a:r>
              <a:rPr lang="en-US" sz="2000" dirty="0" err="1">
                <a:solidFill>
                  <a:srgbClr val="000000"/>
                </a:solidFill>
              </a:rPr>
              <a:t>números</a:t>
            </a:r>
            <a:r>
              <a:rPr lang="en-US" sz="2000" dirty="0">
                <a:solidFill>
                  <a:srgbClr val="000000"/>
                </a:solidFill>
              </a:rPr>
              <a:t>.</a:t>
            </a:r>
            <a:endParaRPr lang="es-ES" sz="2000" b="0" i="0" dirty="0">
              <a:solidFill>
                <a:srgbClr val="AAAAAA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200241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4" name="Line 51"/>
          <p:cNvSpPr>
            <a:spLocks noChangeShapeType="1"/>
          </p:cNvSpPr>
          <p:nvPr/>
        </p:nvSpPr>
        <p:spPr bwMode="auto">
          <a:xfrm>
            <a:off x="-4511675" y="2305050"/>
            <a:ext cx="0" cy="471488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  <a:headEnd type="none" w="sm" len="sm"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dirty="0"/>
          </a:p>
        </p:txBody>
      </p:sp>
      <p:sp>
        <p:nvSpPr>
          <p:cNvPr id="414" name="Rectangle 2"/>
          <p:cNvSpPr>
            <a:spLocks noChangeArrowheads="1"/>
          </p:cNvSpPr>
          <p:nvPr/>
        </p:nvSpPr>
        <p:spPr bwMode="auto">
          <a:xfrm>
            <a:off x="1835696" y="188640"/>
            <a:ext cx="5765205" cy="92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sp>
        <p:nvSpPr>
          <p:cNvPr id="415" name="CuadroTexto 414">
            <a:extLst>
              <a:ext uri="{FF2B5EF4-FFF2-40B4-BE49-F238E27FC236}">
                <a16:creationId xmlns:a16="http://schemas.microsoft.com/office/drawing/2014/main" id="{17390072-3F9C-48E5-937C-91590EEC54B1}"/>
              </a:ext>
            </a:extLst>
          </p:cNvPr>
          <p:cNvSpPr txBox="1"/>
          <p:nvPr/>
        </p:nvSpPr>
        <p:spPr>
          <a:xfrm>
            <a:off x="899592" y="1386632"/>
            <a:ext cx="7416824" cy="2377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rgbClr val="000000"/>
                </a:solidFill>
                <a:effectLst/>
                <a:latin typeface="Arial,Helvetica"/>
              </a:rPr>
              <a:t>Crea la función </a:t>
            </a:r>
            <a:r>
              <a:rPr lang="es-ES" sz="1400" b="1" dirty="0" err="1">
                <a:solidFill>
                  <a:srgbClr val="0000FF"/>
                </a:solidFill>
                <a:effectLst/>
                <a:latin typeface="Arial,Helvetica"/>
              </a:rPr>
              <a:t>main</a:t>
            </a:r>
            <a:r>
              <a:rPr lang="es-ES" sz="1400" b="1" dirty="0">
                <a:solidFill>
                  <a:srgbClr val="0000FF"/>
                </a:solidFill>
                <a:effectLst/>
                <a:latin typeface="Arial,Helvetica"/>
              </a:rPr>
              <a:t>()</a:t>
            </a:r>
            <a:r>
              <a:rPr lang="es-ES" sz="1400" dirty="0">
                <a:solidFill>
                  <a:srgbClr val="000000"/>
                </a:solidFill>
                <a:effectLst/>
                <a:latin typeface="Arial,Helvetica"/>
              </a:rPr>
              <a:t>: </a:t>
            </a:r>
          </a:p>
          <a:p>
            <a:pPr marL="742950" lvl="1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rgbClr val="000000"/>
                </a:solidFill>
                <a:effectLst/>
                <a:latin typeface="Arial,Helvetica"/>
              </a:rPr>
              <a:t>Genere un arreglo de </a:t>
            </a:r>
            <a:r>
              <a:rPr lang="es-ES" sz="1400" dirty="0" err="1">
                <a:solidFill>
                  <a:srgbClr val="000000"/>
                </a:solidFill>
                <a:effectLst/>
                <a:latin typeface="Arial,Helvetica"/>
              </a:rPr>
              <a:t>Numpy</a:t>
            </a:r>
            <a:r>
              <a:rPr lang="es-ES" sz="1400" dirty="0">
                <a:solidFill>
                  <a:srgbClr val="000000"/>
                </a:solidFill>
                <a:effectLst/>
                <a:latin typeface="Arial,Helvetica"/>
              </a:rPr>
              <a:t> con los siguientes números flotantes: [2.8, 8.3, 5.4, 6.0, 5.2, 1.5, 6.4, 12, 7.1, 3.6].</a:t>
            </a:r>
          </a:p>
          <a:p>
            <a:pPr marL="742950" lvl="1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rgbClr val="000000"/>
                </a:solidFill>
                <a:effectLst/>
                <a:latin typeface="Arial,Helvetica"/>
              </a:rPr>
              <a:t>Utiliza la función </a:t>
            </a:r>
            <a:r>
              <a:rPr lang="es-ES" sz="1400" b="1" dirty="0">
                <a:solidFill>
                  <a:srgbClr val="000000"/>
                </a:solidFill>
                <a:effectLst/>
                <a:latin typeface="Arial,Helvetica"/>
              </a:rPr>
              <a:t>mean </a:t>
            </a:r>
            <a:r>
              <a:rPr lang="es-ES" sz="1400" dirty="0">
                <a:solidFill>
                  <a:srgbClr val="000000"/>
                </a:solidFill>
                <a:effectLst/>
                <a:latin typeface="Arial,Helvetica"/>
              </a:rPr>
              <a:t>de </a:t>
            </a:r>
            <a:r>
              <a:rPr lang="es-ES" sz="1400" dirty="0" err="1">
                <a:solidFill>
                  <a:srgbClr val="000000"/>
                </a:solidFill>
                <a:effectLst/>
                <a:latin typeface="Arial,Helvetica"/>
              </a:rPr>
              <a:t>numpy</a:t>
            </a:r>
            <a:r>
              <a:rPr lang="es-ES" sz="1400" dirty="0">
                <a:solidFill>
                  <a:srgbClr val="000000"/>
                </a:solidFill>
                <a:effectLst/>
                <a:latin typeface="Arial,Helvetica"/>
              </a:rPr>
              <a:t> y calcula el promedio del arreglo. Imprime el resultado.</a:t>
            </a: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rgbClr val="000000"/>
                </a:solidFill>
                <a:effectLst/>
                <a:latin typeface="Arial,Helvetica"/>
              </a:rPr>
              <a:t>Crea la función </a:t>
            </a:r>
            <a:r>
              <a:rPr lang="es-ES" sz="1400" b="1" dirty="0">
                <a:solidFill>
                  <a:srgbClr val="0000FF"/>
                </a:solidFill>
                <a:effectLst/>
                <a:latin typeface="Arial,Helvetica"/>
              </a:rPr>
              <a:t>promedio</a:t>
            </a:r>
            <a:r>
              <a:rPr lang="es-ES" sz="1400" dirty="0">
                <a:solidFill>
                  <a:srgbClr val="000000"/>
                </a:solidFill>
                <a:effectLst/>
                <a:latin typeface="Arial,Helvetica"/>
              </a:rPr>
              <a:t> que recibe el arreglo y con un ciclo iterador calcula el promedio. Regresa el resultado. </a:t>
            </a: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rgbClr val="000000"/>
                </a:solidFill>
                <a:effectLst/>
                <a:latin typeface="Arial,Helvetica"/>
              </a:rPr>
              <a:t>En el </a:t>
            </a:r>
            <a:r>
              <a:rPr lang="es-ES" sz="1400" b="1" dirty="0" err="1">
                <a:solidFill>
                  <a:srgbClr val="000000"/>
                </a:solidFill>
                <a:effectLst/>
                <a:latin typeface="Arial,Helvetica"/>
              </a:rPr>
              <a:t>main</a:t>
            </a:r>
            <a:r>
              <a:rPr lang="es-ES" sz="1400" dirty="0">
                <a:solidFill>
                  <a:srgbClr val="000000"/>
                </a:solidFill>
                <a:effectLst/>
                <a:latin typeface="Arial,Helvetica"/>
              </a:rPr>
              <a:t> llama a la función </a:t>
            </a:r>
            <a:r>
              <a:rPr lang="es-ES" sz="1400" b="1" dirty="0">
                <a:solidFill>
                  <a:srgbClr val="000000"/>
                </a:solidFill>
                <a:effectLst/>
                <a:latin typeface="Arial,Helvetica"/>
              </a:rPr>
              <a:t>promedio</a:t>
            </a:r>
            <a:r>
              <a:rPr lang="es-ES" sz="1400" dirty="0">
                <a:solidFill>
                  <a:srgbClr val="000000"/>
                </a:solidFill>
                <a:effectLst/>
                <a:latin typeface="Arial,Helvetica"/>
              </a:rPr>
              <a:t> e imprime el resultado. Revisa que tu resultado concuerde con el resultado anterior.</a:t>
            </a:r>
          </a:p>
        </p:txBody>
      </p:sp>
      <p:pic>
        <p:nvPicPr>
          <p:cNvPr id="5" name="Imagen 4" descr="Imagen que contiene pequeño, juguete, tabla&#10;&#10;Descripción generada automáticamente">
            <a:extLst>
              <a:ext uri="{FF2B5EF4-FFF2-40B4-BE49-F238E27FC236}">
                <a16:creationId xmlns:a16="http://schemas.microsoft.com/office/drawing/2014/main" id="{DD142C9F-9739-4E73-8231-1FA8BA6AB5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8" y="4071142"/>
            <a:ext cx="2538495" cy="230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6274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7528" y="1078338"/>
            <a:ext cx="8603219" cy="427557"/>
          </a:xfrm>
        </p:spPr>
        <p:txBody>
          <a:bodyPr>
            <a:normAutofit fontScale="92500" lnSpcReduction="10000"/>
          </a:bodyPr>
          <a:lstStyle/>
          <a:p>
            <a:pPr marL="0" indent="0" algn="ctr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s-ES_tradnl" sz="1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Crea un arreglo con números del 0 al 9</a:t>
            </a:r>
            <a:endParaRPr lang="es-ES_tradnl" sz="12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05828" name="Group 4"/>
          <p:cNvGrpSpPr>
            <a:grpSpLocks/>
          </p:cNvGrpSpPr>
          <p:nvPr/>
        </p:nvGrpSpPr>
        <p:grpSpPr bwMode="auto">
          <a:xfrm>
            <a:off x="3855913" y="5553224"/>
            <a:ext cx="5013325" cy="900112"/>
            <a:chOff x="2458" y="3321"/>
            <a:chExt cx="3158" cy="567"/>
          </a:xfrm>
        </p:grpSpPr>
        <p:grpSp>
          <p:nvGrpSpPr>
            <p:cNvPr id="22920" name="Group 5"/>
            <p:cNvGrpSpPr>
              <a:grpSpLocks/>
            </p:cNvGrpSpPr>
            <p:nvPr/>
          </p:nvGrpSpPr>
          <p:grpSpPr bwMode="auto">
            <a:xfrm>
              <a:off x="2736" y="3336"/>
              <a:ext cx="2880" cy="288"/>
              <a:chOff x="2736" y="2688"/>
              <a:chExt cx="2880" cy="288"/>
            </a:xfrm>
          </p:grpSpPr>
          <p:sp>
            <p:nvSpPr>
              <p:cNvPr id="22932" name="Rectangle 6"/>
              <p:cNvSpPr>
                <a:spLocks noChangeArrowheads="1"/>
              </p:cNvSpPr>
              <p:nvPr/>
            </p:nvSpPr>
            <p:spPr bwMode="auto">
              <a:xfrm>
                <a:off x="2736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3" name="Rectangle 7"/>
              <p:cNvSpPr>
                <a:spLocks noChangeArrowheads="1"/>
              </p:cNvSpPr>
              <p:nvPr/>
            </p:nvSpPr>
            <p:spPr bwMode="auto">
              <a:xfrm>
                <a:off x="3024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4" name="Rectangle 8"/>
              <p:cNvSpPr>
                <a:spLocks noChangeArrowheads="1"/>
              </p:cNvSpPr>
              <p:nvPr/>
            </p:nvSpPr>
            <p:spPr bwMode="auto">
              <a:xfrm>
                <a:off x="3312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5" name="Rectangle 9"/>
              <p:cNvSpPr>
                <a:spLocks noChangeArrowheads="1"/>
              </p:cNvSpPr>
              <p:nvPr/>
            </p:nvSpPr>
            <p:spPr bwMode="auto">
              <a:xfrm>
                <a:off x="3600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6" name="Rectangle 10"/>
              <p:cNvSpPr>
                <a:spLocks noChangeArrowheads="1"/>
              </p:cNvSpPr>
              <p:nvPr/>
            </p:nvSpPr>
            <p:spPr bwMode="auto">
              <a:xfrm>
                <a:off x="3888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7" name="Rectangle 11"/>
              <p:cNvSpPr>
                <a:spLocks noChangeArrowheads="1"/>
              </p:cNvSpPr>
              <p:nvPr/>
            </p:nvSpPr>
            <p:spPr bwMode="auto">
              <a:xfrm>
                <a:off x="4176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8" name="Rectangle 12"/>
              <p:cNvSpPr>
                <a:spLocks noChangeArrowheads="1"/>
              </p:cNvSpPr>
              <p:nvPr/>
            </p:nvSpPr>
            <p:spPr bwMode="auto">
              <a:xfrm>
                <a:off x="4464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9" name="Rectangle 13"/>
              <p:cNvSpPr>
                <a:spLocks noChangeArrowheads="1"/>
              </p:cNvSpPr>
              <p:nvPr/>
            </p:nvSpPr>
            <p:spPr bwMode="auto">
              <a:xfrm>
                <a:off x="5328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40" name="Rectangle 14"/>
              <p:cNvSpPr>
                <a:spLocks noChangeArrowheads="1"/>
              </p:cNvSpPr>
              <p:nvPr/>
            </p:nvSpPr>
            <p:spPr bwMode="auto">
              <a:xfrm>
                <a:off x="4752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41" name="Rectangle 15"/>
              <p:cNvSpPr>
                <a:spLocks noChangeArrowheads="1"/>
              </p:cNvSpPr>
              <p:nvPr/>
            </p:nvSpPr>
            <p:spPr bwMode="auto">
              <a:xfrm>
                <a:off x="5040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</p:grpSp>
        <p:sp>
          <p:nvSpPr>
            <p:cNvPr id="22921" name="Rectangle 16"/>
            <p:cNvSpPr>
              <a:spLocks noChangeArrowheads="1"/>
            </p:cNvSpPr>
            <p:nvPr/>
          </p:nvSpPr>
          <p:spPr bwMode="auto">
            <a:xfrm>
              <a:off x="2736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922" name="Rectangle 17"/>
            <p:cNvSpPr>
              <a:spLocks noChangeArrowheads="1"/>
            </p:cNvSpPr>
            <p:nvPr/>
          </p:nvSpPr>
          <p:spPr bwMode="auto">
            <a:xfrm>
              <a:off x="3024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923" name="Rectangle 18"/>
            <p:cNvSpPr>
              <a:spLocks noChangeArrowheads="1"/>
            </p:cNvSpPr>
            <p:nvPr/>
          </p:nvSpPr>
          <p:spPr bwMode="auto">
            <a:xfrm>
              <a:off x="3312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924" name="Rectangle 19"/>
            <p:cNvSpPr>
              <a:spLocks noChangeArrowheads="1"/>
            </p:cNvSpPr>
            <p:nvPr/>
          </p:nvSpPr>
          <p:spPr bwMode="auto">
            <a:xfrm>
              <a:off x="3600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925" name="Rectangle 20"/>
            <p:cNvSpPr>
              <a:spLocks noChangeArrowheads="1"/>
            </p:cNvSpPr>
            <p:nvPr/>
          </p:nvSpPr>
          <p:spPr bwMode="auto">
            <a:xfrm>
              <a:off x="3888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926" name="Rectangle 21"/>
            <p:cNvSpPr>
              <a:spLocks noChangeArrowheads="1"/>
            </p:cNvSpPr>
            <p:nvPr/>
          </p:nvSpPr>
          <p:spPr bwMode="auto">
            <a:xfrm>
              <a:off x="4176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927" name="Rectangle 22"/>
            <p:cNvSpPr>
              <a:spLocks noChangeArrowheads="1"/>
            </p:cNvSpPr>
            <p:nvPr/>
          </p:nvSpPr>
          <p:spPr bwMode="auto">
            <a:xfrm>
              <a:off x="4464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928" name="Rectangle 23"/>
            <p:cNvSpPr>
              <a:spLocks noChangeArrowheads="1"/>
            </p:cNvSpPr>
            <p:nvPr/>
          </p:nvSpPr>
          <p:spPr bwMode="auto">
            <a:xfrm>
              <a:off x="5328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929" name="Rectangle 24"/>
            <p:cNvSpPr>
              <a:spLocks noChangeArrowheads="1"/>
            </p:cNvSpPr>
            <p:nvPr/>
          </p:nvSpPr>
          <p:spPr bwMode="auto">
            <a:xfrm>
              <a:off x="4752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930" name="Rectangle 25"/>
            <p:cNvSpPr>
              <a:spLocks noChangeArrowheads="1"/>
            </p:cNvSpPr>
            <p:nvPr/>
          </p:nvSpPr>
          <p:spPr bwMode="auto">
            <a:xfrm>
              <a:off x="5040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931" name="Text Box 26"/>
            <p:cNvSpPr txBox="1">
              <a:spLocks noChangeArrowheads="1"/>
            </p:cNvSpPr>
            <p:nvPr/>
          </p:nvSpPr>
          <p:spPr bwMode="auto">
            <a:xfrm>
              <a:off x="2458" y="3321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</p:grpSp>
      <p:grpSp>
        <p:nvGrpSpPr>
          <p:cNvPr id="205851" name="Group 27"/>
          <p:cNvGrpSpPr>
            <a:grpSpLocks/>
          </p:cNvGrpSpPr>
          <p:nvPr/>
        </p:nvGrpSpPr>
        <p:grpSpPr bwMode="auto">
          <a:xfrm>
            <a:off x="3855913" y="4605486"/>
            <a:ext cx="5013325" cy="1847850"/>
            <a:chOff x="-1488" y="2736"/>
            <a:chExt cx="3158" cy="1164"/>
          </a:xfrm>
        </p:grpSpPr>
        <p:sp>
          <p:nvSpPr>
            <p:cNvPr id="22897" name="Rectangle 28"/>
            <p:cNvSpPr>
              <a:spLocks noChangeArrowheads="1"/>
            </p:cNvSpPr>
            <p:nvPr/>
          </p:nvSpPr>
          <p:spPr bwMode="auto">
            <a:xfrm>
              <a:off x="-1210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98" name="Rectangle 29"/>
            <p:cNvSpPr>
              <a:spLocks noChangeArrowheads="1"/>
            </p:cNvSpPr>
            <p:nvPr/>
          </p:nvSpPr>
          <p:spPr bwMode="auto">
            <a:xfrm>
              <a:off x="-922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99" name="Rectangle 30"/>
            <p:cNvSpPr>
              <a:spLocks noChangeArrowheads="1"/>
            </p:cNvSpPr>
            <p:nvPr/>
          </p:nvSpPr>
          <p:spPr bwMode="auto">
            <a:xfrm>
              <a:off x="-634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0" name="Rectangle 31"/>
            <p:cNvSpPr>
              <a:spLocks noChangeArrowheads="1"/>
            </p:cNvSpPr>
            <p:nvPr/>
          </p:nvSpPr>
          <p:spPr bwMode="auto">
            <a:xfrm>
              <a:off x="-346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1" name="Rectangle 32"/>
            <p:cNvSpPr>
              <a:spLocks noChangeArrowheads="1"/>
            </p:cNvSpPr>
            <p:nvPr/>
          </p:nvSpPr>
          <p:spPr bwMode="auto">
            <a:xfrm>
              <a:off x="-58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2" name="Rectangle 33"/>
            <p:cNvSpPr>
              <a:spLocks noChangeArrowheads="1"/>
            </p:cNvSpPr>
            <p:nvPr/>
          </p:nvSpPr>
          <p:spPr bwMode="auto">
            <a:xfrm>
              <a:off x="230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3" name="Rectangle 34"/>
            <p:cNvSpPr>
              <a:spLocks noChangeArrowheads="1"/>
            </p:cNvSpPr>
            <p:nvPr/>
          </p:nvSpPr>
          <p:spPr bwMode="auto">
            <a:xfrm>
              <a:off x="518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4" name="Rectangle 35"/>
            <p:cNvSpPr>
              <a:spLocks noChangeArrowheads="1"/>
            </p:cNvSpPr>
            <p:nvPr/>
          </p:nvSpPr>
          <p:spPr bwMode="auto">
            <a:xfrm>
              <a:off x="1382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5" name="Rectangle 36"/>
            <p:cNvSpPr>
              <a:spLocks noChangeArrowheads="1"/>
            </p:cNvSpPr>
            <p:nvPr/>
          </p:nvSpPr>
          <p:spPr bwMode="auto">
            <a:xfrm>
              <a:off x="806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6" name="Rectangle 37"/>
            <p:cNvSpPr>
              <a:spLocks noChangeArrowheads="1"/>
            </p:cNvSpPr>
            <p:nvPr/>
          </p:nvSpPr>
          <p:spPr bwMode="auto">
            <a:xfrm>
              <a:off x="1094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7" name="Rectangle 38"/>
            <p:cNvSpPr>
              <a:spLocks noChangeArrowheads="1"/>
            </p:cNvSpPr>
            <p:nvPr/>
          </p:nvSpPr>
          <p:spPr bwMode="auto">
            <a:xfrm>
              <a:off x="-1210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908" name="Rectangle 39"/>
            <p:cNvSpPr>
              <a:spLocks noChangeArrowheads="1"/>
            </p:cNvSpPr>
            <p:nvPr/>
          </p:nvSpPr>
          <p:spPr bwMode="auto">
            <a:xfrm>
              <a:off x="-922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909" name="Rectangle 40"/>
            <p:cNvSpPr>
              <a:spLocks noChangeArrowheads="1"/>
            </p:cNvSpPr>
            <p:nvPr/>
          </p:nvSpPr>
          <p:spPr bwMode="auto">
            <a:xfrm>
              <a:off x="-634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910" name="Rectangle 41"/>
            <p:cNvSpPr>
              <a:spLocks noChangeArrowheads="1"/>
            </p:cNvSpPr>
            <p:nvPr/>
          </p:nvSpPr>
          <p:spPr bwMode="auto">
            <a:xfrm>
              <a:off x="-346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911" name="Rectangle 42"/>
            <p:cNvSpPr>
              <a:spLocks noChangeArrowheads="1"/>
            </p:cNvSpPr>
            <p:nvPr/>
          </p:nvSpPr>
          <p:spPr bwMode="auto">
            <a:xfrm>
              <a:off x="-58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912" name="Rectangle 43"/>
            <p:cNvSpPr>
              <a:spLocks noChangeArrowheads="1"/>
            </p:cNvSpPr>
            <p:nvPr/>
          </p:nvSpPr>
          <p:spPr bwMode="auto">
            <a:xfrm>
              <a:off x="230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913" name="Rectangle 44"/>
            <p:cNvSpPr>
              <a:spLocks noChangeArrowheads="1"/>
            </p:cNvSpPr>
            <p:nvPr/>
          </p:nvSpPr>
          <p:spPr bwMode="auto">
            <a:xfrm>
              <a:off x="518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914" name="Rectangle 45"/>
            <p:cNvSpPr>
              <a:spLocks noChangeArrowheads="1"/>
            </p:cNvSpPr>
            <p:nvPr/>
          </p:nvSpPr>
          <p:spPr bwMode="auto">
            <a:xfrm>
              <a:off x="1382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915" name="Rectangle 46"/>
            <p:cNvSpPr>
              <a:spLocks noChangeArrowheads="1"/>
            </p:cNvSpPr>
            <p:nvPr/>
          </p:nvSpPr>
          <p:spPr bwMode="auto">
            <a:xfrm>
              <a:off x="806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916" name="Rectangle 47"/>
            <p:cNvSpPr>
              <a:spLocks noChangeArrowheads="1"/>
            </p:cNvSpPr>
            <p:nvPr/>
          </p:nvSpPr>
          <p:spPr bwMode="auto">
            <a:xfrm>
              <a:off x="1094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917" name="Text Box 48"/>
            <p:cNvSpPr txBox="1">
              <a:spLocks noChangeArrowheads="1"/>
            </p:cNvSpPr>
            <p:nvPr/>
          </p:nvSpPr>
          <p:spPr bwMode="auto">
            <a:xfrm>
              <a:off x="-1488" y="3333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918" name="Line 49"/>
            <p:cNvSpPr>
              <a:spLocks noChangeShapeType="1"/>
            </p:cNvSpPr>
            <p:nvPr/>
          </p:nvSpPr>
          <p:spPr bwMode="auto">
            <a:xfrm>
              <a:off x="-1066" y="2988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19" name="Text Box 50"/>
            <p:cNvSpPr txBox="1">
              <a:spLocks noChangeArrowheads="1"/>
            </p:cNvSpPr>
            <p:nvPr/>
          </p:nvSpPr>
          <p:spPr bwMode="auto">
            <a:xfrm>
              <a:off x="-1236" y="273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i=0</a:t>
              </a:r>
            </a:p>
          </p:txBody>
        </p:sp>
      </p:grpSp>
      <p:sp>
        <p:nvSpPr>
          <p:cNvPr id="22534" name="Line 51"/>
          <p:cNvSpPr>
            <a:spLocks noChangeShapeType="1"/>
          </p:cNvSpPr>
          <p:nvPr/>
        </p:nvSpPr>
        <p:spPr bwMode="auto">
          <a:xfrm>
            <a:off x="-4511675" y="2305050"/>
            <a:ext cx="0" cy="471488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  <a:headEnd type="none" w="sm" len="sm"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dirty="0"/>
          </a:p>
        </p:txBody>
      </p:sp>
      <p:grpSp>
        <p:nvGrpSpPr>
          <p:cNvPr id="205876" name="Group 52"/>
          <p:cNvGrpSpPr>
            <a:grpSpLocks/>
          </p:cNvGrpSpPr>
          <p:nvPr/>
        </p:nvGrpSpPr>
        <p:grpSpPr bwMode="auto">
          <a:xfrm>
            <a:off x="3855913" y="4605486"/>
            <a:ext cx="5013325" cy="1847850"/>
            <a:chOff x="-1248" y="1056"/>
            <a:chExt cx="3158" cy="1164"/>
          </a:xfrm>
        </p:grpSpPr>
        <p:sp>
          <p:nvSpPr>
            <p:cNvPr id="22872" name="Rectangle 53"/>
            <p:cNvSpPr>
              <a:spLocks noChangeArrowheads="1"/>
            </p:cNvSpPr>
            <p:nvPr/>
          </p:nvSpPr>
          <p:spPr bwMode="auto">
            <a:xfrm>
              <a:off x="-970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73" name="Rectangle 54"/>
            <p:cNvSpPr>
              <a:spLocks noChangeArrowheads="1"/>
            </p:cNvSpPr>
            <p:nvPr/>
          </p:nvSpPr>
          <p:spPr bwMode="auto">
            <a:xfrm>
              <a:off x="-682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74" name="Rectangle 55"/>
            <p:cNvSpPr>
              <a:spLocks noChangeArrowheads="1"/>
            </p:cNvSpPr>
            <p:nvPr/>
          </p:nvSpPr>
          <p:spPr bwMode="auto">
            <a:xfrm>
              <a:off x="-394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75" name="Rectangle 56"/>
            <p:cNvSpPr>
              <a:spLocks noChangeArrowheads="1"/>
            </p:cNvSpPr>
            <p:nvPr/>
          </p:nvSpPr>
          <p:spPr bwMode="auto">
            <a:xfrm>
              <a:off x="-106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76" name="Rectangle 57"/>
            <p:cNvSpPr>
              <a:spLocks noChangeArrowheads="1"/>
            </p:cNvSpPr>
            <p:nvPr/>
          </p:nvSpPr>
          <p:spPr bwMode="auto">
            <a:xfrm>
              <a:off x="182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77" name="Rectangle 58"/>
            <p:cNvSpPr>
              <a:spLocks noChangeArrowheads="1"/>
            </p:cNvSpPr>
            <p:nvPr/>
          </p:nvSpPr>
          <p:spPr bwMode="auto">
            <a:xfrm>
              <a:off x="470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78" name="Rectangle 59"/>
            <p:cNvSpPr>
              <a:spLocks noChangeArrowheads="1"/>
            </p:cNvSpPr>
            <p:nvPr/>
          </p:nvSpPr>
          <p:spPr bwMode="auto">
            <a:xfrm>
              <a:off x="758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79" name="Rectangle 60"/>
            <p:cNvSpPr>
              <a:spLocks noChangeArrowheads="1"/>
            </p:cNvSpPr>
            <p:nvPr/>
          </p:nvSpPr>
          <p:spPr bwMode="auto">
            <a:xfrm>
              <a:off x="1622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80" name="Rectangle 61"/>
            <p:cNvSpPr>
              <a:spLocks noChangeArrowheads="1"/>
            </p:cNvSpPr>
            <p:nvPr/>
          </p:nvSpPr>
          <p:spPr bwMode="auto">
            <a:xfrm>
              <a:off x="1046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81" name="Rectangle 62"/>
            <p:cNvSpPr>
              <a:spLocks noChangeArrowheads="1"/>
            </p:cNvSpPr>
            <p:nvPr/>
          </p:nvSpPr>
          <p:spPr bwMode="auto">
            <a:xfrm>
              <a:off x="1334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82" name="Rectangle 63"/>
            <p:cNvSpPr>
              <a:spLocks noChangeArrowheads="1"/>
            </p:cNvSpPr>
            <p:nvPr/>
          </p:nvSpPr>
          <p:spPr bwMode="auto">
            <a:xfrm>
              <a:off x="-970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883" name="Rectangle 64"/>
            <p:cNvSpPr>
              <a:spLocks noChangeArrowheads="1"/>
            </p:cNvSpPr>
            <p:nvPr/>
          </p:nvSpPr>
          <p:spPr bwMode="auto">
            <a:xfrm>
              <a:off x="-682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884" name="Rectangle 65"/>
            <p:cNvSpPr>
              <a:spLocks noChangeArrowheads="1"/>
            </p:cNvSpPr>
            <p:nvPr/>
          </p:nvSpPr>
          <p:spPr bwMode="auto">
            <a:xfrm>
              <a:off x="-394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885" name="Rectangle 66"/>
            <p:cNvSpPr>
              <a:spLocks noChangeArrowheads="1"/>
            </p:cNvSpPr>
            <p:nvPr/>
          </p:nvSpPr>
          <p:spPr bwMode="auto">
            <a:xfrm>
              <a:off x="-106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886" name="Rectangle 67"/>
            <p:cNvSpPr>
              <a:spLocks noChangeArrowheads="1"/>
            </p:cNvSpPr>
            <p:nvPr/>
          </p:nvSpPr>
          <p:spPr bwMode="auto">
            <a:xfrm>
              <a:off x="182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887" name="Rectangle 68"/>
            <p:cNvSpPr>
              <a:spLocks noChangeArrowheads="1"/>
            </p:cNvSpPr>
            <p:nvPr/>
          </p:nvSpPr>
          <p:spPr bwMode="auto">
            <a:xfrm>
              <a:off x="470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888" name="Rectangle 69"/>
            <p:cNvSpPr>
              <a:spLocks noChangeArrowheads="1"/>
            </p:cNvSpPr>
            <p:nvPr/>
          </p:nvSpPr>
          <p:spPr bwMode="auto">
            <a:xfrm>
              <a:off x="758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889" name="Rectangle 70"/>
            <p:cNvSpPr>
              <a:spLocks noChangeArrowheads="1"/>
            </p:cNvSpPr>
            <p:nvPr/>
          </p:nvSpPr>
          <p:spPr bwMode="auto">
            <a:xfrm>
              <a:off x="1622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890" name="Rectangle 71"/>
            <p:cNvSpPr>
              <a:spLocks noChangeArrowheads="1"/>
            </p:cNvSpPr>
            <p:nvPr/>
          </p:nvSpPr>
          <p:spPr bwMode="auto">
            <a:xfrm>
              <a:off x="1046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891" name="Rectangle 72"/>
            <p:cNvSpPr>
              <a:spLocks noChangeArrowheads="1"/>
            </p:cNvSpPr>
            <p:nvPr/>
          </p:nvSpPr>
          <p:spPr bwMode="auto">
            <a:xfrm>
              <a:off x="1334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892" name="Text Box 73"/>
            <p:cNvSpPr txBox="1">
              <a:spLocks noChangeArrowheads="1"/>
            </p:cNvSpPr>
            <p:nvPr/>
          </p:nvSpPr>
          <p:spPr bwMode="auto">
            <a:xfrm>
              <a:off x="-1248" y="1653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93" name="Text Box 74"/>
            <p:cNvSpPr txBox="1">
              <a:spLocks noChangeArrowheads="1"/>
            </p:cNvSpPr>
            <p:nvPr/>
          </p:nvSpPr>
          <p:spPr bwMode="auto">
            <a:xfrm>
              <a:off x="-996" y="10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894" name="Line 75"/>
            <p:cNvSpPr>
              <a:spLocks noChangeShapeType="1"/>
            </p:cNvSpPr>
            <p:nvPr/>
          </p:nvSpPr>
          <p:spPr bwMode="auto">
            <a:xfrm>
              <a:off x="-540" y="1308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95" name="Text Box 76"/>
            <p:cNvSpPr txBox="1">
              <a:spLocks noChangeArrowheads="1"/>
            </p:cNvSpPr>
            <p:nvPr/>
          </p:nvSpPr>
          <p:spPr bwMode="auto">
            <a:xfrm>
              <a:off x="-710" y="10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896" name="Line 77"/>
            <p:cNvSpPr>
              <a:spLocks noChangeShapeType="1"/>
            </p:cNvSpPr>
            <p:nvPr/>
          </p:nvSpPr>
          <p:spPr bwMode="auto">
            <a:xfrm>
              <a:off x="-828" y="130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</p:grpSp>
      <p:grpSp>
        <p:nvGrpSpPr>
          <p:cNvPr id="205902" name="Group 78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504" y="2640"/>
            <a:chExt cx="3216" cy="1164"/>
          </a:xfrm>
        </p:grpSpPr>
        <p:sp>
          <p:nvSpPr>
            <p:cNvPr id="22831" name="Rectangle 79"/>
            <p:cNvSpPr>
              <a:spLocks noChangeArrowheads="1"/>
            </p:cNvSpPr>
            <p:nvPr/>
          </p:nvSpPr>
          <p:spPr bwMode="auto">
            <a:xfrm>
              <a:off x="-3226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32" name="Rectangle 80"/>
            <p:cNvSpPr>
              <a:spLocks noChangeArrowheads="1"/>
            </p:cNvSpPr>
            <p:nvPr/>
          </p:nvSpPr>
          <p:spPr bwMode="auto">
            <a:xfrm>
              <a:off x="-2938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33" name="Rectangle 81"/>
            <p:cNvSpPr>
              <a:spLocks noChangeArrowheads="1"/>
            </p:cNvSpPr>
            <p:nvPr/>
          </p:nvSpPr>
          <p:spPr bwMode="auto">
            <a:xfrm>
              <a:off x="-2650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34" name="Rectangle 82"/>
            <p:cNvSpPr>
              <a:spLocks noChangeArrowheads="1"/>
            </p:cNvSpPr>
            <p:nvPr/>
          </p:nvSpPr>
          <p:spPr bwMode="auto">
            <a:xfrm>
              <a:off x="-2362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35" name="Rectangle 83"/>
            <p:cNvSpPr>
              <a:spLocks noChangeArrowheads="1"/>
            </p:cNvSpPr>
            <p:nvPr/>
          </p:nvSpPr>
          <p:spPr bwMode="auto">
            <a:xfrm>
              <a:off x="-2074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36" name="Rectangle 84"/>
            <p:cNvSpPr>
              <a:spLocks noChangeArrowheads="1"/>
            </p:cNvSpPr>
            <p:nvPr/>
          </p:nvSpPr>
          <p:spPr bwMode="auto">
            <a:xfrm>
              <a:off x="-1786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37" name="Rectangle 85"/>
            <p:cNvSpPr>
              <a:spLocks noChangeArrowheads="1"/>
            </p:cNvSpPr>
            <p:nvPr/>
          </p:nvSpPr>
          <p:spPr bwMode="auto">
            <a:xfrm>
              <a:off x="-1498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38" name="Rectangle 86"/>
            <p:cNvSpPr>
              <a:spLocks noChangeArrowheads="1"/>
            </p:cNvSpPr>
            <p:nvPr/>
          </p:nvSpPr>
          <p:spPr bwMode="auto">
            <a:xfrm>
              <a:off x="-634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39" name="Rectangle 87"/>
            <p:cNvSpPr>
              <a:spLocks noChangeArrowheads="1"/>
            </p:cNvSpPr>
            <p:nvPr/>
          </p:nvSpPr>
          <p:spPr bwMode="auto">
            <a:xfrm>
              <a:off x="-1210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40" name="Rectangle 88"/>
            <p:cNvSpPr>
              <a:spLocks noChangeArrowheads="1"/>
            </p:cNvSpPr>
            <p:nvPr/>
          </p:nvSpPr>
          <p:spPr bwMode="auto">
            <a:xfrm>
              <a:off x="-922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41" name="Rectangle 89"/>
            <p:cNvSpPr>
              <a:spLocks noChangeArrowheads="1"/>
            </p:cNvSpPr>
            <p:nvPr/>
          </p:nvSpPr>
          <p:spPr bwMode="auto">
            <a:xfrm>
              <a:off x="-3226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842" name="Rectangle 90"/>
            <p:cNvSpPr>
              <a:spLocks noChangeArrowheads="1"/>
            </p:cNvSpPr>
            <p:nvPr/>
          </p:nvSpPr>
          <p:spPr bwMode="auto">
            <a:xfrm>
              <a:off x="-2938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843" name="Rectangle 91"/>
            <p:cNvSpPr>
              <a:spLocks noChangeArrowheads="1"/>
            </p:cNvSpPr>
            <p:nvPr/>
          </p:nvSpPr>
          <p:spPr bwMode="auto">
            <a:xfrm>
              <a:off x="-2650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844" name="Rectangle 92"/>
            <p:cNvSpPr>
              <a:spLocks noChangeArrowheads="1"/>
            </p:cNvSpPr>
            <p:nvPr/>
          </p:nvSpPr>
          <p:spPr bwMode="auto">
            <a:xfrm>
              <a:off x="-2362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845" name="Rectangle 93"/>
            <p:cNvSpPr>
              <a:spLocks noChangeArrowheads="1"/>
            </p:cNvSpPr>
            <p:nvPr/>
          </p:nvSpPr>
          <p:spPr bwMode="auto">
            <a:xfrm>
              <a:off x="-2074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846" name="Rectangle 94"/>
            <p:cNvSpPr>
              <a:spLocks noChangeArrowheads="1"/>
            </p:cNvSpPr>
            <p:nvPr/>
          </p:nvSpPr>
          <p:spPr bwMode="auto">
            <a:xfrm>
              <a:off x="-1786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847" name="Rectangle 95"/>
            <p:cNvSpPr>
              <a:spLocks noChangeArrowheads="1"/>
            </p:cNvSpPr>
            <p:nvPr/>
          </p:nvSpPr>
          <p:spPr bwMode="auto">
            <a:xfrm>
              <a:off x="-1498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848" name="Rectangle 96"/>
            <p:cNvSpPr>
              <a:spLocks noChangeArrowheads="1"/>
            </p:cNvSpPr>
            <p:nvPr/>
          </p:nvSpPr>
          <p:spPr bwMode="auto">
            <a:xfrm>
              <a:off x="-634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849" name="Rectangle 97"/>
            <p:cNvSpPr>
              <a:spLocks noChangeArrowheads="1"/>
            </p:cNvSpPr>
            <p:nvPr/>
          </p:nvSpPr>
          <p:spPr bwMode="auto">
            <a:xfrm>
              <a:off x="-1210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850" name="Rectangle 98"/>
            <p:cNvSpPr>
              <a:spLocks noChangeArrowheads="1"/>
            </p:cNvSpPr>
            <p:nvPr/>
          </p:nvSpPr>
          <p:spPr bwMode="auto">
            <a:xfrm>
              <a:off x="-922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851" name="Text Box 99"/>
            <p:cNvSpPr txBox="1">
              <a:spLocks noChangeArrowheads="1"/>
            </p:cNvSpPr>
            <p:nvPr/>
          </p:nvSpPr>
          <p:spPr bwMode="auto">
            <a:xfrm>
              <a:off x="-3504" y="3237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52" name="Text Box 100"/>
            <p:cNvSpPr txBox="1">
              <a:spLocks noChangeArrowheads="1"/>
            </p:cNvSpPr>
            <p:nvPr/>
          </p:nvSpPr>
          <p:spPr bwMode="auto">
            <a:xfrm>
              <a:off x="-3252" y="26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853" name="Line 101"/>
            <p:cNvSpPr>
              <a:spLocks noChangeShapeType="1"/>
            </p:cNvSpPr>
            <p:nvPr/>
          </p:nvSpPr>
          <p:spPr bwMode="auto">
            <a:xfrm>
              <a:off x="-2796" y="289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54" name="Text Box 102"/>
            <p:cNvSpPr txBox="1">
              <a:spLocks noChangeArrowheads="1"/>
            </p:cNvSpPr>
            <p:nvPr/>
          </p:nvSpPr>
          <p:spPr bwMode="auto">
            <a:xfrm>
              <a:off x="-2966" y="26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855" name="Line 103"/>
            <p:cNvSpPr>
              <a:spLocks noChangeShapeType="1"/>
            </p:cNvSpPr>
            <p:nvPr/>
          </p:nvSpPr>
          <p:spPr bwMode="auto">
            <a:xfrm>
              <a:off x="-3084" y="289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56" name="Line 104"/>
            <p:cNvSpPr>
              <a:spLocks noChangeShapeType="1"/>
            </p:cNvSpPr>
            <p:nvPr/>
          </p:nvSpPr>
          <p:spPr bwMode="auto">
            <a:xfrm>
              <a:off x="-2508" y="2892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57" name="Text Box 105"/>
            <p:cNvSpPr txBox="1">
              <a:spLocks noChangeArrowheads="1"/>
            </p:cNvSpPr>
            <p:nvPr/>
          </p:nvSpPr>
          <p:spPr bwMode="auto">
            <a:xfrm>
              <a:off x="-2678" y="26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858" name="Line 106"/>
            <p:cNvSpPr>
              <a:spLocks noChangeShapeType="1"/>
            </p:cNvSpPr>
            <p:nvPr/>
          </p:nvSpPr>
          <p:spPr bwMode="auto">
            <a:xfrm>
              <a:off x="-2220" y="289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59" name="Text Box 107"/>
            <p:cNvSpPr txBox="1">
              <a:spLocks noChangeArrowheads="1"/>
            </p:cNvSpPr>
            <p:nvPr/>
          </p:nvSpPr>
          <p:spPr bwMode="auto">
            <a:xfrm>
              <a:off x="-2390" y="26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860" name="Line 108"/>
            <p:cNvSpPr>
              <a:spLocks noChangeShapeType="1"/>
            </p:cNvSpPr>
            <p:nvPr/>
          </p:nvSpPr>
          <p:spPr bwMode="auto">
            <a:xfrm>
              <a:off x="-1932" y="289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61" name="Text Box 109"/>
            <p:cNvSpPr txBox="1">
              <a:spLocks noChangeArrowheads="1"/>
            </p:cNvSpPr>
            <p:nvPr/>
          </p:nvSpPr>
          <p:spPr bwMode="auto">
            <a:xfrm>
              <a:off x="-2102" y="2643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862" name="Line 110"/>
            <p:cNvSpPr>
              <a:spLocks noChangeShapeType="1"/>
            </p:cNvSpPr>
            <p:nvPr/>
          </p:nvSpPr>
          <p:spPr bwMode="auto">
            <a:xfrm>
              <a:off x="-1644" y="289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63" name="Text Box 111"/>
            <p:cNvSpPr txBox="1">
              <a:spLocks noChangeArrowheads="1"/>
            </p:cNvSpPr>
            <p:nvPr/>
          </p:nvSpPr>
          <p:spPr bwMode="auto">
            <a:xfrm>
              <a:off x="-1814" y="2643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864" name="Line 112"/>
            <p:cNvSpPr>
              <a:spLocks noChangeShapeType="1"/>
            </p:cNvSpPr>
            <p:nvPr/>
          </p:nvSpPr>
          <p:spPr bwMode="auto">
            <a:xfrm>
              <a:off x="-1356" y="289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65" name="Text Box 113"/>
            <p:cNvSpPr txBox="1">
              <a:spLocks noChangeArrowheads="1"/>
            </p:cNvSpPr>
            <p:nvPr/>
          </p:nvSpPr>
          <p:spPr bwMode="auto">
            <a:xfrm>
              <a:off x="-1526" y="2643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866" name="Line 114"/>
            <p:cNvSpPr>
              <a:spLocks noChangeShapeType="1"/>
            </p:cNvSpPr>
            <p:nvPr/>
          </p:nvSpPr>
          <p:spPr bwMode="auto">
            <a:xfrm>
              <a:off x="-1068" y="29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67" name="Text Box 115"/>
            <p:cNvSpPr txBox="1">
              <a:spLocks noChangeArrowheads="1"/>
            </p:cNvSpPr>
            <p:nvPr/>
          </p:nvSpPr>
          <p:spPr bwMode="auto">
            <a:xfrm>
              <a:off x="-1238" y="26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868" name="Line 116"/>
            <p:cNvSpPr>
              <a:spLocks noChangeShapeType="1"/>
            </p:cNvSpPr>
            <p:nvPr/>
          </p:nvSpPr>
          <p:spPr bwMode="auto">
            <a:xfrm>
              <a:off x="-780" y="29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69" name="Text Box 117"/>
            <p:cNvSpPr txBox="1">
              <a:spLocks noChangeArrowheads="1"/>
            </p:cNvSpPr>
            <p:nvPr/>
          </p:nvSpPr>
          <p:spPr bwMode="auto">
            <a:xfrm>
              <a:off x="-950" y="26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870" name="Line 118"/>
            <p:cNvSpPr>
              <a:spLocks noChangeShapeType="1"/>
            </p:cNvSpPr>
            <p:nvPr/>
          </p:nvSpPr>
          <p:spPr bwMode="auto">
            <a:xfrm>
              <a:off x="-492" y="29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71" name="Text Box 119"/>
            <p:cNvSpPr txBox="1">
              <a:spLocks noChangeArrowheads="1"/>
            </p:cNvSpPr>
            <p:nvPr/>
          </p:nvSpPr>
          <p:spPr bwMode="auto">
            <a:xfrm>
              <a:off x="-662" y="26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5944" name="Group 120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216" y="2592"/>
            <a:chExt cx="3216" cy="1164"/>
          </a:xfrm>
        </p:grpSpPr>
        <p:sp>
          <p:nvSpPr>
            <p:cNvPr id="22790" name="Rectangle 121"/>
            <p:cNvSpPr>
              <a:spLocks noChangeArrowheads="1"/>
            </p:cNvSpPr>
            <p:nvPr/>
          </p:nvSpPr>
          <p:spPr bwMode="auto">
            <a:xfrm>
              <a:off x="-2938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91" name="Rectangle 122"/>
            <p:cNvSpPr>
              <a:spLocks noChangeArrowheads="1"/>
            </p:cNvSpPr>
            <p:nvPr/>
          </p:nvSpPr>
          <p:spPr bwMode="auto">
            <a:xfrm>
              <a:off x="-2650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92" name="Rectangle 123"/>
            <p:cNvSpPr>
              <a:spLocks noChangeArrowheads="1"/>
            </p:cNvSpPr>
            <p:nvPr/>
          </p:nvSpPr>
          <p:spPr bwMode="auto">
            <a:xfrm>
              <a:off x="-2362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93" name="Rectangle 124"/>
            <p:cNvSpPr>
              <a:spLocks noChangeArrowheads="1"/>
            </p:cNvSpPr>
            <p:nvPr/>
          </p:nvSpPr>
          <p:spPr bwMode="auto">
            <a:xfrm>
              <a:off x="-2074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94" name="Rectangle 125"/>
            <p:cNvSpPr>
              <a:spLocks noChangeArrowheads="1"/>
            </p:cNvSpPr>
            <p:nvPr/>
          </p:nvSpPr>
          <p:spPr bwMode="auto">
            <a:xfrm>
              <a:off x="-1786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95" name="Rectangle 126"/>
            <p:cNvSpPr>
              <a:spLocks noChangeArrowheads="1"/>
            </p:cNvSpPr>
            <p:nvPr/>
          </p:nvSpPr>
          <p:spPr bwMode="auto">
            <a:xfrm>
              <a:off x="-1498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96" name="Rectangle 127"/>
            <p:cNvSpPr>
              <a:spLocks noChangeArrowheads="1"/>
            </p:cNvSpPr>
            <p:nvPr/>
          </p:nvSpPr>
          <p:spPr bwMode="auto">
            <a:xfrm>
              <a:off x="-1210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97" name="Rectangle 128"/>
            <p:cNvSpPr>
              <a:spLocks noChangeArrowheads="1"/>
            </p:cNvSpPr>
            <p:nvPr/>
          </p:nvSpPr>
          <p:spPr bwMode="auto">
            <a:xfrm>
              <a:off x="-346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98" name="Rectangle 129"/>
            <p:cNvSpPr>
              <a:spLocks noChangeArrowheads="1"/>
            </p:cNvSpPr>
            <p:nvPr/>
          </p:nvSpPr>
          <p:spPr bwMode="auto">
            <a:xfrm>
              <a:off x="-922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99" name="Rectangle 130"/>
            <p:cNvSpPr>
              <a:spLocks noChangeArrowheads="1"/>
            </p:cNvSpPr>
            <p:nvPr/>
          </p:nvSpPr>
          <p:spPr bwMode="auto">
            <a:xfrm>
              <a:off x="-634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00" name="Rectangle 131"/>
            <p:cNvSpPr>
              <a:spLocks noChangeArrowheads="1"/>
            </p:cNvSpPr>
            <p:nvPr/>
          </p:nvSpPr>
          <p:spPr bwMode="auto">
            <a:xfrm>
              <a:off x="-2938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801" name="Rectangle 132"/>
            <p:cNvSpPr>
              <a:spLocks noChangeArrowheads="1"/>
            </p:cNvSpPr>
            <p:nvPr/>
          </p:nvSpPr>
          <p:spPr bwMode="auto">
            <a:xfrm>
              <a:off x="-2650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802" name="Rectangle 133"/>
            <p:cNvSpPr>
              <a:spLocks noChangeArrowheads="1"/>
            </p:cNvSpPr>
            <p:nvPr/>
          </p:nvSpPr>
          <p:spPr bwMode="auto">
            <a:xfrm>
              <a:off x="-2362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803" name="Rectangle 134"/>
            <p:cNvSpPr>
              <a:spLocks noChangeArrowheads="1"/>
            </p:cNvSpPr>
            <p:nvPr/>
          </p:nvSpPr>
          <p:spPr bwMode="auto">
            <a:xfrm>
              <a:off x="-2074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804" name="Rectangle 135"/>
            <p:cNvSpPr>
              <a:spLocks noChangeArrowheads="1"/>
            </p:cNvSpPr>
            <p:nvPr/>
          </p:nvSpPr>
          <p:spPr bwMode="auto">
            <a:xfrm>
              <a:off x="-1786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805" name="Rectangle 136"/>
            <p:cNvSpPr>
              <a:spLocks noChangeArrowheads="1"/>
            </p:cNvSpPr>
            <p:nvPr/>
          </p:nvSpPr>
          <p:spPr bwMode="auto">
            <a:xfrm>
              <a:off x="-1498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806" name="Rectangle 137"/>
            <p:cNvSpPr>
              <a:spLocks noChangeArrowheads="1"/>
            </p:cNvSpPr>
            <p:nvPr/>
          </p:nvSpPr>
          <p:spPr bwMode="auto">
            <a:xfrm>
              <a:off x="-1210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807" name="Rectangle 138"/>
            <p:cNvSpPr>
              <a:spLocks noChangeArrowheads="1"/>
            </p:cNvSpPr>
            <p:nvPr/>
          </p:nvSpPr>
          <p:spPr bwMode="auto">
            <a:xfrm>
              <a:off x="-346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808" name="Rectangle 139"/>
            <p:cNvSpPr>
              <a:spLocks noChangeArrowheads="1"/>
            </p:cNvSpPr>
            <p:nvPr/>
          </p:nvSpPr>
          <p:spPr bwMode="auto">
            <a:xfrm>
              <a:off x="-922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809" name="Rectangle 140"/>
            <p:cNvSpPr>
              <a:spLocks noChangeArrowheads="1"/>
            </p:cNvSpPr>
            <p:nvPr/>
          </p:nvSpPr>
          <p:spPr bwMode="auto">
            <a:xfrm>
              <a:off x="-634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810" name="Text Box 141"/>
            <p:cNvSpPr txBox="1">
              <a:spLocks noChangeArrowheads="1"/>
            </p:cNvSpPr>
            <p:nvPr/>
          </p:nvSpPr>
          <p:spPr bwMode="auto">
            <a:xfrm>
              <a:off x="-3216" y="3189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11" name="Text Box 142"/>
            <p:cNvSpPr txBox="1">
              <a:spLocks noChangeArrowheads="1"/>
            </p:cNvSpPr>
            <p:nvPr/>
          </p:nvSpPr>
          <p:spPr bwMode="auto">
            <a:xfrm>
              <a:off x="-2964" y="259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812" name="Line 143"/>
            <p:cNvSpPr>
              <a:spLocks noChangeShapeType="1"/>
            </p:cNvSpPr>
            <p:nvPr/>
          </p:nvSpPr>
          <p:spPr bwMode="auto">
            <a:xfrm>
              <a:off x="-2508" y="284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13" name="Text Box 144"/>
            <p:cNvSpPr txBox="1">
              <a:spLocks noChangeArrowheads="1"/>
            </p:cNvSpPr>
            <p:nvPr/>
          </p:nvSpPr>
          <p:spPr bwMode="auto">
            <a:xfrm>
              <a:off x="-2678" y="259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814" name="Line 145"/>
            <p:cNvSpPr>
              <a:spLocks noChangeShapeType="1"/>
            </p:cNvSpPr>
            <p:nvPr/>
          </p:nvSpPr>
          <p:spPr bwMode="auto">
            <a:xfrm>
              <a:off x="-2796" y="284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15" name="Line 146"/>
            <p:cNvSpPr>
              <a:spLocks noChangeShapeType="1"/>
            </p:cNvSpPr>
            <p:nvPr/>
          </p:nvSpPr>
          <p:spPr bwMode="auto">
            <a:xfrm>
              <a:off x="-2220" y="284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16" name="Text Box 147"/>
            <p:cNvSpPr txBox="1">
              <a:spLocks noChangeArrowheads="1"/>
            </p:cNvSpPr>
            <p:nvPr/>
          </p:nvSpPr>
          <p:spPr bwMode="auto">
            <a:xfrm>
              <a:off x="-2390" y="259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817" name="Line 148"/>
            <p:cNvSpPr>
              <a:spLocks noChangeShapeType="1"/>
            </p:cNvSpPr>
            <p:nvPr/>
          </p:nvSpPr>
          <p:spPr bwMode="auto">
            <a:xfrm>
              <a:off x="-1932" y="2844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18" name="Text Box 149"/>
            <p:cNvSpPr txBox="1">
              <a:spLocks noChangeArrowheads="1"/>
            </p:cNvSpPr>
            <p:nvPr/>
          </p:nvSpPr>
          <p:spPr bwMode="auto">
            <a:xfrm>
              <a:off x="-2102" y="259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819" name="Line 150"/>
            <p:cNvSpPr>
              <a:spLocks noChangeShapeType="1"/>
            </p:cNvSpPr>
            <p:nvPr/>
          </p:nvSpPr>
          <p:spPr bwMode="auto">
            <a:xfrm>
              <a:off x="-1644" y="284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20" name="Text Box 151"/>
            <p:cNvSpPr txBox="1">
              <a:spLocks noChangeArrowheads="1"/>
            </p:cNvSpPr>
            <p:nvPr/>
          </p:nvSpPr>
          <p:spPr bwMode="auto">
            <a:xfrm>
              <a:off x="-1814" y="259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821" name="Line 152"/>
            <p:cNvSpPr>
              <a:spLocks noChangeShapeType="1"/>
            </p:cNvSpPr>
            <p:nvPr/>
          </p:nvSpPr>
          <p:spPr bwMode="auto">
            <a:xfrm>
              <a:off x="-1356" y="284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22" name="Text Box 153"/>
            <p:cNvSpPr txBox="1">
              <a:spLocks noChangeArrowheads="1"/>
            </p:cNvSpPr>
            <p:nvPr/>
          </p:nvSpPr>
          <p:spPr bwMode="auto">
            <a:xfrm>
              <a:off x="-1526" y="259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823" name="Line 154"/>
            <p:cNvSpPr>
              <a:spLocks noChangeShapeType="1"/>
            </p:cNvSpPr>
            <p:nvPr/>
          </p:nvSpPr>
          <p:spPr bwMode="auto">
            <a:xfrm>
              <a:off x="-1068" y="284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24" name="Text Box 155"/>
            <p:cNvSpPr txBox="1">
              <a:spLocks noChangeArrowheads="1"/>
            </p:cNvSpPr>
            <p:nvPr/>
          </p:nvSpPr>
          <p:spPr bwMode="auto">
            <a:xfrm>
              <a:off x="-1238" y="259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825" name="Line 156"/>
            <p:cNvSpPr>
              <a:spLocks noChangeShapeType="1"/>
            </p:cNvSpPr>
            <p:nvPr/>
          </p:nvSpPr>
          <p:spPr bwMode="auto">
            <a:xfrm>
              <a:off x="-780" y="285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26" name="Text Box 157"/>
            <p:cNvSpPr txBox="1">
              <a:spLocks noChangeArrowheads="1"/>
            </p:cNvSpPr>
            <p:nvPr/>
          </p:nvSpPr>
          <p:spPr bwMode="auto">
            <a:xfrm>
              <a:off x="-950" y="260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827" name="Line 158"/>
            <p:cNvSpPr>
              <a:spLocks noChangeShapeType="1"/>
            </p:cNvSpPr>
            <p:nvPr/>
          </p:nvSpPr>
          <p:spPr bwMode="auto">
            <a:xfrm>
              <a:off x="-492" y="285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28" name="Text Box 159"/>
            <p:cNvSpPr txBox="1">
              <a:spLocks noChangeArrowheads="1"/>
            </p:cNvSpPr>
            <p:nvPr/>
          </p:nvSpPr>
          <p:spPr bwMode="auto">
            <a:xfrm>
              <a:off x="-662" y="260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829" name="Line 160"/>
            <p:cNvSpPr>
              <a:spLocks noChangeShapeType="1"/>
            </p:cNvSpPr>
            <p:nvPr/>
          </p:nvSpPr>
          <p:spPr bwMode="auto">
            <a:xfrm>
              <a:off x="-204" y="285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30" name="Text Box 161"/>
            <p:cNvSpPr txBox="1">
              <a:spLocks noChangeArrowheads="1"/>
            </p:cNvSpPr>
            <p:nvPr/>
          </p:nvSpPr>
          <p:spPr bwMode="auto">
            <a:xfrm>
              <a:off x="-374" y="260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5986" name="Group 162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408" y="1152"/>
            <a:chExt cx="3216" cy="1164"/>
          </a:xfrm>
        </p:grpSpPr>
        <p:sp>
          <p:nvSpPr>
            <p:cNvPr id="22749" name="Rectangle 163"/>
            <p:cNvSpPr>
              <a:spLocks noChangeArrowheads="1"/>
            </p:cNvSpPr>
            <p:nvPr/>
          </p:nvSpPr>
          <p:spPr bwMode="auto">
            <a:xfrm>
              <a:off x="-3130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50" name="Rectangle 164"/>
            <p:cNvSpPr>
              <a:spLocks noChangeArrowheads="1"/>
            </p:cNvSpPr>
            <p:nvPr/>
          </p:nvSpPr>
          <p:spPr bwMode="auto">
            <a:xfrm>
              <a:off x="-2842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51" name="Rectangle 165"/>
            <p:cNvSpPr>
              <a:spLocks noChangeArrowheads="1"/>
            </p:cNvSpPr>
            <p:nvPr/>
          </p:nvSpPr>
          <p:spPr bwMode="auto">
            <a:xfrm>
              <a:off x="-2554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52" name="Rectangle 166"/>
            <p:cNvSpPr>
              <a:spLocks noChangeArrowheads="1"/>
            </p:cNvSpPr>
            <p:nvPr/>
          </p:nvSpPr>
          <p:spPr bwMode="auto">
            <a:xfrm>
              <a:off x="-2266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53" name="Rectangle 167"/>
            <p:cNvSpPr>
              <a:spLocks noChangeArrowheads="1"/>
            </p:cNvSpPr>
            <p:nvPr/>
          </p:nvSpPr>
          <p:spPr bwMode="auto">
            <a:xfrm>
              <a:off x="-1978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54" name="Rectangle 168"/>
            <p:cNvSpPr>
              <a:spLocks noChangeArrowheads="1"/>
            </p:cNvSpPr>
            <p:nvPr/>
          </p:nvSpPr>
          <p:spPr bwMode="auto">
            <a:xfrm>
              <a:off x="-1690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55" name="Rectangle 169"/>
            <p:cNvSpPr>
              <a:spLocks noChangeArrowheads="1"/>
            </p:cNvSpPr>
            <p:nvPr/>
          </p:nvSpPr>
          <p:spPr bwMode="auto">
            <a:xfrm>
              <a:off x="-1402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56" name="Rectangle 170"/>
            <p:cNvSpPr>
              <a:spLocks noChangeArrowheads="1"/>
            </p:cNvSpPr>
            <p:nvPr/>
          </p:nvSpPr>
          <p:spPr bwMode="auto">
            <a:xfrm>
              <a:off x="-538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57" name="Rectangle 171"/>
            <p:cNvSpPr>
              <a:spLocks noChangeArrowheads="1"/>
            </p:cNvSpPr>
            <p:nvPr/>
          </p:nvSpPr>
          <p:spPr bwMode="auto">
            <a:xfrm>
              <a:off x="-1114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58" name="Rectangle 172"/>
            <p:cNvSpPr>
              <a:spLocks noChangeArrowheads="1"/>
            </p:cNvSpPr>
            <p:nvPr/>
          </p:nvSpPr>
          <p:spPr bwMode="auto">
            <a:xfrm>
              <a:off x="-826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59" name="Rectangle 173"/>
            <p:cNvSpPr>
              <a:spLocks noChangeArrowheads="1"/>
            </p:cNvSpPr>
            <p:nvPr/>
          </p:nvSpPr>
          <p:spPr bwMode="auto">
            <a:xfrm>
              <a:off x="-3130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760" name="Rectangle 174"/>
            <p:cNvSpPr>
              <a:spLocks noChangeArrowheads="1"/>
            </p:cNvSpPr>
            <p:nvPr/>
          </p:nvSpPr>
          <p:spPr bwMode="auto">
            <a:xfrm>
              <a:off x="-2842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761" name="Rectangle 175"/>
            <p:cNvSpPr>
              <a:spLocks noChangeArrowheads="1"/>
            </p:cNvSpPr>
            <p:nvPr/>
          </p:nvSpPr>
          <p:spPr bwMode="auto">
            <a:xfrm>
              <a:off x="-2554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762" name="Rectangle 176"/>
            <p:cNvSpPr>
              <a:spLocks noChangeArrowheads="1"/>
            </p:cNvSpPr>
            <p:nvPr/>
          </p:nvSpPr>
          <p:spPr bwMode="auto">
            <a:xfrm>
              <a:off x="-2266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763" name="Rectangle 177"/>
            <p:cNvSpPr>
              <a:spLocks noChangeArrowheads="1"/>
            </p:cNvSpPr>
            <p:nvPr/>
          </p:nvSpPr>
          <p:spPr bwMode="auto">
            <a:xfrm>
              <a:off x="-1978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764" name="Rectangle 178"/>
            <p:cNvSpPr>
              <a:spLocks noChangeArrowheads="1"/>
            </p:cNvSpPr>
            <p:nvPr/>
          </p:nvSpPr>
          <p:spPr bwMode="auto">
            <a:xfrm>
              <a:off x="-1690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765" name="Rectangle 179"/>
            <p:cNvSpPr>
              <a:spLocks noChangeArrowheads="1"/>
            </p:cNvSpPr>
            <p:nvPr/>
          </p:nvSpPr>
          <p:spPr bwMode="auto">
            <a:xfrm>
              <a:off x="-1402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766" name="Rectangle 180"/>
            <p:cNvSpPr>
              <a:spLocks noChangeArrowheads="1"/>
            </p:cNvSpPr>
            <p:nvPr/>
          </p:nvSpPr>
          <p:spPr bwMode="auto">
            <a:xfrm>
              <a:off x="-538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767" name="Rectangle 181"/>
            <p:cNvSpPr>
              <a:spLocks noChangeArrowheads="1"/>
            </p:cNvSpPr>
            <p:nvPr/>
          </p:nvSpPr>
          <p:spPr bwMode="auto">
            <a:xfrm>
              <a:off x="-1114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768" name="Rectangle 182"/>
            <p:cNvSpPr>
              <a:spLocks noChangeArrowheads="1"/>
            </p:cNvSpPr>
            <p:nvPr/>
          </p:nvSpPr>
          <p:spPr bwMode="auto">
            <a:xfrm>
              <a:off x="-826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769" name="Text Box 183"/>
            <p:cNvSpPr txBox="1">
              <a:spLocks noChangeArrowheads="1"/>
            </p:cNvSpPr>
            <p:nvPr/>
          </p:nvSpPr>
          <p:spPr bwMode="auto">
            <a:xfrm>
              <a:off x="-3408" y="1749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70" name="Text Box 184"/>
            <p:cNvSpPr txBox="1">
              <a:spLocks noChangeArrowheads="1"/>
            </p:cNvSpPr>
            <p:nvPr/>
          </p:nvSpPr>
          <p:spPr bwMode="auto">
            <a:xfrm>
              <a:off x="-3156" y="11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771" name="Line 185"/>
            <p:cNvSpPr>
              <a:spLocks noChangeShapeType="1"/>
            </p:cNvSpPr>
            <p:nvPr/>
          </p:nvSpPr>
          <p:spPr bwMode="auto">
            <a:xfrm>
              <a:off x="-2700" y="14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72" name="Text Box 186"/>
            <p:cNvSpPr txBox="1">
              <a:spLocks noChangeArrowheads="1"/>
            </p:cNvSpPr>
            <p:nvPr/>
          </p:nvSpPr>
          <p:spPr bwMode="auto">
            <a:xfrm>
              <a:off x="-2870" y="11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773" name="Line 187"/>
            <p:cNvSpPr>
              <a:spLocks noChangeShapeType="1"/>
            </p:cNvSpPr>
            <p:nvPr/>
          </p:nvSpPr>
          <p:spPr bwMode="auto">
            <a:xfrm>
              <a:off x="-2988" y="14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74" name="Line 188"/>
            <p:cNvSpPr>
              <a:spLocks noChangeShapeType="1"/>
            </p:cNvSpPr>
            <p:nvPr/>
          </p:nvSpPr>
          <p:spPr bwMode="auto">
            <a:xfrm>
              <a:off x="-2412" y="14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75" name="Text Box 189"/>
            <p:cNvSpPr txBox="1">
              <a:spLocks noChangeArrowheads="1"/>
            </p:cNvSpPr>
            <p:nvPr/>
          </p:nvSpPr>
          <p:spPr bwMode="auto">
            <a:xfrm>
              <a:off x="-2582" y="11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776" name="Line 190"/>
            <p:cNvSpPr>
              <a:spLocks noChangeShapeType="1"/>
            </p:cNvSpPr>
            <p:nvPr/>
          </p:nvSpPr>
          <p:spPr bwMode="auto">
            <a:xfrm>
              <a:off x="-2124" y="14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77" name="Text Box 191"/>
            <p:cNvSpPr txBox="1">
              <a:spLocks noChangeArrowheads="1"/>
            </p:cNvSpPr>
            <p:nvPr/>
          </p:nvSpPr>
          <p:spPr bwMode="auto">
            <a:xfrm>
              <a:off x="-2294" y="11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778" name="Line 192"/>
            <p:cNvSpPr>
              <a:spLocks noChangeShapeType="1"/>
            </p:cNvSpPr>
            <p:nvPr/>
          </p:nvSpPr>
          <p:spPr bwMode="auto">
            <a:xfrm>
              <a:off x="-1836" y="1407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79" name="Text Box 193"/>
            <p:cNvSpPr txBox="1">
              <a:spLocks noChangeArrowheads="1"/>
            </p:cNvSpPr>
            <p:nvPr/>
          </p:nvSpPr>
          <p:spPr bwMode="auto">
            <a:xfrm>
              <a:off x="-2006" y="115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780" name="Line 194"/>
            <p:cNvSpPr>
              <a:spLocks noChangeShapeType="1"/>
            </p:cNvSpPr>
            <p:nvPr/>
          </p:nvSpPr>
          <p:spPr bwMode="auto">
            <a:xfrm>
              <a:off x="-1548" y="140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81" name="Text Box 195"/>
            <p:cNvSpPr txBox="1">
              <a:spLocks noChangeArrowheads="1"/>
            </p:cNvSpPr>
            <p:nvPr/>
          </p:nvSpPr>
          <p:spPr bwMode="auto">
            <a:xfrm>
              <a:off x="-1718" y="115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782" name="Line 196"/>
            <p:cNvSpPr>
              <a:spLocks noChangeShapeType="1"/>
            </p:cNvSpPr>
            <p:nvPr/>
          </p:nvSpPr>
          <p:spPr bwMode="auto">
            <a:xfrm>
              <a:off x="-1260" y="140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83" name="Text Box 197"/>
            <p:cNvSpPr txBox="1">
              <a:spLocks noChangeArrowheads="1"/>
            </p:cNvSpPr>
            <p:nvPr/>
          </p:nvSpPr>
          <p:spPr bwMode="auto">
            <a:xfrm>
              <a:off x="-1430" y="115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784" name="Line 198"/>
            <p:cNvSpPr>
              <a:spLocks noChangeShapeType="1"/>
            </p:cNvSpPr>
            <p:nvPr/>
          </p:nvSpPr>
          <p:spPr bwMode="auto">
            <a:xfrm>
              <a:off x="-972" y="141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85" name="Text Box 199"/>
            <p:cNvSpPr txBox="1">
              <a:spLocks noChangeArrowheads="1"/>
            </p:cNvSpPr>
            <p:nvPr/>
          </p:nvSpPr>
          <p:spPr bwMode="auto">
            <a:xfrm>
              <a:off x="-1142" y="116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786" name="Line 200"/>
            <p:cNvSpPr>
              <a:spLocks noChangeShapeType="1"/>
            </p:cNvSpPr>
            <p:nvPr/>
          </p:nvSpPr>
          <p:spPr bwMode="auto">
            <a:xfrm>
              <a:off x="-684" y="141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87" name="Text Box 201"/>
            <p:cNvSpPr txBox="1">
              <a:spLocks noChangeArrowheads="1"/>
            </p:cNvSpPr>
            <p:nvPr/>
          </p:nvSpPr>
          <p:spPr bwMode="auto">
            <a:xfrm>
              <a:off x="-854" y="116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788" name="Line 202"/>
            <p:cNvSpPr>
              <a:spLocks noChangeShapeType="1"/>
            </p:cNvSpPr>
            <p:nvPr/>
          </p:nvSpPr>
          <p:spPr bwMode="auto">
            <a:xfrm>
              <a:off x="-396" y="141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89" name="Text Box 203"/>
            <p:cNvSpPr txBox="1">
              <a:spLocks noChangeArrowheads="1"/>
            </p:cNvSpPr>
            <p:nvPr/>
          </p:nvSpPr>
          <p:spPr bwMode="auto">
            <a:xfrm>
              <a:off x="-566" y="116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6028" name="Group 204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216" y="-240"/>
            <a:chExt cx="3216" cy="1164"/>
          </a:xfrm>
        </p:grpSpPr>
        <p:sp>
          <p:nvSpPr>
            <p:cNvPr id="22708" name="Rectangle 205"/>
            <p:cNvSpPr>
              <a:spLocks noChangeArrowheads="1"/>
            </p:cNvSpPr>
            <p:nvPr/>
          </p:nvSpPr>
          <p:spPr bwMode="auto">
            <a:xfrm>
              <a:off x="-2938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09" name="Rectangle 206"/>
            <p:cNvSpPr>
              <a:spLocks noChangeArrowheads="1"/>
            </p:cNvSpPr>
            <p:nvPr/>
          </p:nvSpPr>
          <p:spPr bwMode="auto">
            <a:xfrm>
              <a:off x="-2650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10" name="Rectangle 207"/>
            <p:cNvSpPr>
              <a:spLocks noChangeArrowheads="1"/>
            </p:cNvSpPr>
            <p:nvPr/>
          </p:nvSpPr>
          <p:spPr bwMode="auto">
            <a:xfrm>
              <a:off x="-2362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11" name="Rectangle 208"/>
            <p:cNvSpPr>
              <a:spLocks noChangeArrowheads="1"/>
            </p:cNvSpPr>
            <p:nvPr/>
          </p:nvSpPr>
          <p:spPr bwMode="auto">
            <a:xfrm>
              <a:off x="-2074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12" name="Rectangle 209"/>
            <p:cNvSpPr>
              <a:spLocks noChangeArrowheads="1"/>
            </p:cNvSpPr>
            <p:nvPr/>
          </p:nvSpPr>
          <p:spPr bwMode="auto">
            <a:xfrm>
              <a:off x="-1786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13" name="Rectangle 210"/>
            <p:cNvSpPr>
              <a:spLocks noChangeArrowheads="1"/>
            </p:cNvSpPr>
            <p:nvPr/>
          </p:nvSpPr>
          <p:spPr bwMode="auto">
            <a:xfrm>
              <a:off x="-1498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14" name="Rectangle 211"/>
            <p:cNvSpPr>
              <a:spLocks noChangeArrowheads="1"/>
            </p:cNvSpPr>
            <p:nvPr/>
          </p:nvSpPr>
          <p:spPr bwMode="auto">
            <a:xfrm>
              <a:off x="-1210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15" name="Rectangle 212"/>
            <p:cNvSpPr>
              <a:spLocks noChangeArrowheads="1"/>
            </p:cNvSpPr>
            <p:nvPr/>
          </p:nvSpPr>
          <p:spPr bwMode="auto">
            <a:xfrm>
              <a:off x="-346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16" name="Rectangle 213"/>
            <p:cNvSpPr>
              <a:spLocks noChangeArrowheads="1"/>
            </p:cNvSpPr>
            <p:nvPr/>
          </p:nvSpPr>
          <p:spPr bwMode="auto">
            <a:xfrm>
              <a:off x="-922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17" name="Rectangle 214"/>
            <p:cNvSpPr>
              <a:spLocks noChangeArrowheads="1"/>
            </p:cNvSpPr>
            <p:nvPr/>
          </p:nvSpPr>
          <p:spPr bwMode="auto">
            <a:xfrm>
              <a:off x="-634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18" name="Rectangle 215"/>
            <p:cNvSpPr>
              <a:spLocks noChangeArrowheads="1"/>
            </p:cNvSpPr>
            <p:nvPr/>
          </p:nvSpPr>
          <p:spPr bwMode="auto">
            <a:xfrm>
              <a:off x="-2938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719" name="Rectangle 216"/>
            <p:cNvSpPr>
              <a:spLocks noChangeArrowheads="1"/>
            </p:cNvSpPr>
            <p:nvPr/>
          </p:nvSpPr>
          <p:spPr bwMode="auto">
            <a:xfrm>
              <a:off x="-2650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720" name="Rectangle 217"/>
            <p:cNvSpPr>
              <a:spLocks noChangeArrowheads="1"/>
            </p:cNvSpPr>
            <p:nvPr/>
          </p:nvSpPr>
          <p:spPr bwMode="auto">
            <a:xfrm>
              <a:off x="-2362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721" name="Rectangle 218"/>
            <p:cNvSpPr>
              <a:spLocks noChangeArrowheads="1"/>
            </p:cNvSpPr>
            <p:nvPr/>
          </p:nvSpPr>
          <p:spPr bwMode="auto">
            <a:xfrm>
              <a:off x="-2074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722" name="Rectangle 219"/>
            <p:cNvSpPr>
              <a:spLocks noChangeArrowheads="1"/>
            </p:cNvSpPr>
            <p:nvPr/>
          </p:nvSpPr>
          <p:spPr bwMode="auto">
            <a:xfrm>
              <a:off x="-1786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723" name="Rectangle 220"/>
            <p:cNvSpPr>
              <a:spLocks noChangeArrowheads="1"/>
            </p:cNvSpPr>
            <p:nvPr/>
          </p:nvSpPr>
          <p:spPr bwMode="auto">
            <a:xfrm>
              <a:off x="-1498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724" name="Rectangle 221"/>
            <p:cNvSpPr>
              <a:spLocks noChangeArrowheads="1"/>
            </p:cNvSpPr>
            <p:nvPr/>
          </p:nvSpPr>
          <p:spPr bwMode="auto">
            <a:xfrm>
              <a:off x="-1210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725" name="Rectangle 222"/>
            <p:cNvSpPr>
              <a:spLocks noChangeArrowheads="1"/>
            </p:cNvSpPr>
            <p:nvPr/>
          </p:nvSpPr>
          <p:spPr bwMode="auto">
            <a:xfrm>
              <a:off x="-346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726" name="Rectangle 223"/>
            <p:cNvSpPr>
              <a:spLocks noChangeArrowheads="1"/>
            </p:cNvSpPr>
            <p:nvPr/>
          </p:nvSpPr>
          <p:spPr bwMode="auto">
            <a:xfrm>
              <a:off x="-922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727" name="Rectangle 224"/>
            <p:cNvSpPr>
              <a:spLocks noChangeArrowheads="1"/>
            </p:cNvSpPr>
            <p:nvPr/>
          </p:nvSpPr>
          <p:spPr bwMode="auto">
            <a:xfrm>
              <a:off x="-634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728" name="Text Box 225"/>
            <p:cNvSpPr txBox="1">
              <a:spLocks noChangeArrowheads="1"/>
            </p:cNvSpPr>
            <p:nvPr/>
          </p:nvSpPr>
          <p:spPr bwMode="auto">
            <a:xfrm>
              <a:off x="-3216" y="357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29" name="Text Box 226"/>
            <p:cNvSpPr txBox="1">
              <a:spLocks noChangeArrowheads="1"/>
            </p:cNvSpPr>
            <p:nvPr/>
          </p:nvSpPr>
          <p:spPr bwMode="auto">
            <a:xfrm>
              <a:off x="-2964" y="-2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730" name="Line 227"/>
            <p:cNvSpPr>
              <a:spLocks noChangeShapeType="1"/>
            </p:cNvSpPr>
            <p:nvPr/>
          </p:nvSpPr>
          <p:spPr bwMode="auto">
            <a:xfrm>
              <a:off x="-2508" y="1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31" name="Text Box 228"/>
            <p:cNvSpPr txBox="1">
              <a:spLocks noChangeArrowheads="1"/>
            </p:cNvSpPr>
            <p:nvPr/>
          </p:nvSpPr>
          <p:spPr bwMode="auto">
            <a:xfrm>
              <a:off x="-2678" y="-2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732" name="Line 229"/>
            <p:cNvSpPr>
              <a:spLocks noChangeShapeType="1"/>
            </p:cNvSpPr>
            <p:nvPr/>
          </p:nvSpPr>
          <p:spPr bwMode="auto">
            <a:xfrm>
              <a:off x="-2796" y="1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33" name="Line 230"/>
            <p:cNvSpPr>
              <a:spLocks noChangeShapeType="1"/>
            </p:cNvSpPr>
            <p:nvPr/>
          </p:nvSpPr>
          <p:spPr bwMode="auto">
            <a:xfrm>
              <a:off x="-2220" y="1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34" name="Text Box 231"/>
            <p:cNvSpPr txBox="1">
              <a:spLocks noChangeArrowheads="1"/>
            </p:cNvSpPr>
            <p:nvPr/>
          </p:nvSpPr>
          <p:spPr bwMode="auto">
            <a:xfrm>
              <a:off x="-2390" y="-2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735" name="Line 232"/>
            <p:cNvSpPr>
              <a:spLocks noChangeShapeType="1"/>
            </p:cNvSpPr>
            <p:nvPr/>
          </p:nvSpPr>
          <p:spPr bwMode="auto">
            <a:xfrm>
              <a:off x="-1932" y="1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36" name="Text Box 233"/>
            <p:cNvSpPr txBox="1">
              <a:spLocks noChangeArrowheads="1"/>
            </p:cNvSpPr>
            <p:nvPr/>
          </p:nvSpPr>
          <p:spPr bwMode="auto">
            <a:xfrm>
              <a:off x="-2102" y="-2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737" name="Line 234"/>
            <p:cNvSpPr>
              <a:spLocks noChangeShapeType="1"/>
            </p:cNvSpPr>
            <p:nvPr/>
          </p:nvSpPr>
          <p:spPr bwMode="auto">
            <a:xfrm>
              <a:off x="-1644" y="1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38" name="Text Box 235"/>
            <p:cNvSpPr txBox="1">
              <a:spLocks noChangeArrowheads="1"/>
            </p:cNvSpPr>
            <p:nvPr/>
          </p:nvSpPr>
          <p:spPr bwMode="auto">
            <a:xfrm>
              <a:off x="-1814" y="-23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739" name="Line 236"/>
            <p:cNvSpPr>
              <a:spLocks noChangeShapeType="1"/>
            </p:cNvSpPr>
            <p:nvPr/>
          </p:nvSpPr>
          <p:spPr bwMode="auto">
            <a:xfrm>
              <a:off x="-1356" y="15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40" name="Text Box 237"/>
            <p:cNvSpPr txBox="1">
              <a:spLocks noChangeArrowheads="1"/>
            </p:cNvSpPr>
            <p:nvPr/>
          </p:nvSpPr>
          <p:spPr bwMode="auto">
            <a:xfrm>
              <a:off x="-1526" y="-23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741" name="Line 238"/>
            <p:cNvSpPr>
              <a:spLocks noChangeShapeType="1"/>
            </p:cNvSpPr>
            <p:nvPr/>
          </p:nvSpPr>
          <p:spPr bwMode="auto">
            <a:xfrm>
              <a:off x="-1068" y="1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42" name="Text Box 239"/>
            <p:cNvSpPr txBox="1">
              <a:spLocks noChangeArrowheads="1"/>
            </p:cNvSpPr>
            <p:nvPr/>
          </p:nvSpPr>
          <p:spPr bwMode="auto">
            <a:xfrm>
              <a:off x="-1238" y="-23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743" name="Line 240"/>
            <p:cNvSpPr>
              <a:spLocks noChangeShapeType="1"/>
            </p:cNvSpPr>
            <p:nvPr/>
          </p:nvSpPr>
          <p:spPr bwMode="auto">
            <a:xfrm>
              <a:off x="-780" y="2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44" name="Text Box 241"/>
            <p:cNvSpPr txBox="1">
              <a:spLocks noChangeArrowheads="1"/>
            </p:cNvSpPr>
            <p:nvPr/>
          </p:nvSpPr>
          <p:spPr bwMode="auto">
            <a:xfrm>
              <a:off x="-950" y="-2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745" name="Line 242"/>
            <p:cNvSpPr>
              <a:spLocks noChangeShapeType="1"/>
            </p:cNvSpPr>
            <p:nvPr/>
          </p:nvSpPr>
          <p:spPr bwMode="auto">
            <a:xfrm>
              <a:off x="-492" y="2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46" name="Text Box 243"/>
            <p:cNvSpPr txBox="1">
              <a:spLocks noChangeArrowheads="1"/>
            </p:cNvSpPr>
            <p:nvPr/>
          </p:nvSpPr>
          <p:spPr bwMode="auto">
            <a:xfrm>
              <a:off x="-662" y="-2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747" name="Line 244"/>
            <p:cNvSpPr>
              <a:spLocks noChangeShapeType="1"/>
            </p:cNvSpPr>
            <p:nvPr/>
          </p:nvSpPr>
          <p:spPr bwMode="auto">
            <a:xfrm>
              <a:off x="-204" y="2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48" name="Text Box 245"/>
            <p:cNvSpPr txBox="1">
              <a:spLocks noChangeArrowheads="1"/>
            </p:cNvSpPr>
            <p:nvPr/>
          </p:nvSpPr>
          <p:spPr bwMode="auto">
            <a:xfrm>
              <a:off x="-374" y="-2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6070" name="Group 246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360" y="2016"/>
            <a:chExt cx="3216" cy="1164"/>
          </a:xfrm>
        </p:grpSpPr>
        <p:sp>
          <p:nvSpPr>
            <p:cNvPr id="22667" name="Rectangle 247"/>
            <p:cNvSpPr>
              <a:spLocks noChangeArrowheads="1"/>
            </p:cNvSpPr>
            <p:nvPr/>
          </p:nvSpPr>
          <p:spPr bwMode="auto">
            <a:xfrm>
              <a:off x="-3082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68" name="Rectangle 248"/>
            <p:cNvSpPr>
              <a:spLocks noChangeArrowheads="1"/>
            </p:cNvSpPr>
            <p:nvPr/>
          </p:nvSpPr>
          <p:spPr bwMode="auto">
            <a:xfrm>
              <a:off x="-2794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69" name="Rectangle 249"/>
            <p:cNvSpPr>
              <a:spLocks noChangeArrowheads="1"/>
            </p:cNvSpPr>
            <p:nvPr/>
          </p:nvSpPr>
          <p:spPr bwMode="auto">
            <a:xfrm>
              <a:off x="-2506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70" name="Rectangle 250"/>
            <p:cNvSpPr>
              <a:spLocks noChangeArrowheads="1"/>
            </p:cNvSpPr>
            <p:nvPr/>
          </p:nvSpPr>
          <p:spPr bwMode="auto">
            <a:xfrm>
              <a:off x="-2218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71" name="Rectangle 251"/>
            <p:cNvSpPr>
              <a:spLocks noChangeArrowheads="1"/>
            </p:cNvSpPr>
            <p:nvPr/>
          </p:nvSpPr>
          <p:spPr bwMode="auto">
            <a:xfrm>
              <a:off x="-1930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72" name="Rectangle 252"/>
            <p:cNvSpPr>
              <a:spLocks noChangeArrowheads="1"/>
            </p:cNvSpPr>
            <p:nvPr/>
          </p:nvSpPr>
          <p:spPr bwMode="auto">
            <a:xfrm>
              <a:off x="-1642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73" name="Rectangle 253"/>
            <p:cNvSpPr>
              <a:spLocks noChangeArrowheads="1"/>
            </p:cNvSpPr>
            <p:nvPr/>
          </p:nvSpPr>
          <p:spPr bwMode="auto">
            <a:xfrm>
              <a:off x="-1354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74" name="Rectangle 254"/>
            <p:cNvSpPr>
              <a:spLocks noChangeArrowheads="1"/>
            </p:cNvSpPr>
            <p:nvPr/>
          </p:nvSpPr>
          <p:spPr bwMode="auto">
            <a:xfrm>
              <a:off x="-490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75" name="Rectangle 255"/>
            <p:cNvSpPr>
              <a:spLocks noChangeArrowheads="1"/>
            </p:cNvSpPr>
            <p:nvPr/>
          </p:nvSpPr>
          <p:spPr bwMode="auto">
            <a:xfrm>
              <a:off x="-1066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76" name="Rectangle 256"/>
            <p:cNvSpPr>
              <a:spLocks noChangeArrowheads="1"/>
            </p:cNvSpPr>
            <p:nvPr/>
          </p:nvSpPr>
          <p:spPr bwMode="auto">
            <a:xfrm>
              <a:off x="-778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77" name="Rectangle 257"/>
            <p:cNvSpPr>
              <a:spLocks noChangeArrowheads="1"/>
            </p:cNvSpPr>
            <p:nvPr/>
          </p:nvSpPr>
          <p:spPr bwMode="auto">
            <a:xfrm>
              <a:off x="-3082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678" name="Rectangle 258"/>
            <p:cNvSpPr>
              <a:spLocks noChangeArrowheads="1"/>
            </p:cNvSpPr>
            <p:nvPr/>
          </p:nvSpPr>
          <p:spPr bwMode="auto">
            <a:xfrm>
              <a:off x="-2794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679" name="Rectangle 259"/>
            <p:cNvSpPr>
              <a:spLocks noChangeArrowheads="1"/>
            </p:cNvSpPr>
            <p:nvPr/>
          </p:nvSpPr>
          <p:spPr bwMode="auto">
            <a:xfrm>
              <a:off x="-2506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680" name="Rectangle 260"/>
            <p:cNvSpPr>
              <a:spLocks noChangeArrowheads="1"/>
            </p:cNvSpPr>
            <p:nvPr/>
          </p:nvSpPr>
          <p:spPr bwMode="auto">
            <a:xfrm>
              <a:off x="-2218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681" name="Rectangle 261"/>
            <p:cNvSpPr>
              <a:spLocks noChangeArrowheads="1"/>
            </p:cNvSpPr>
            <p:nvPr/>
          </p:nvSpPr>
          <p:spPr bwMode="auto">
            <a:xfrm>
              <a:off x="-1930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682" name="Rectangle 262"/>
            <p:cNvSpPr>
              <a:spLocks noChangeArrowheads="1"/>
            </p:cNvSpPr>
            <p:nvPr/>
          </p:nvSpPr>
          <p:spPr bwMode="auto">
            <a:xfrm>
              <a:off x="-1642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683" name="Rectangle 263"/>
            <p:cNvSpPr>
              <a:spLocks noChangeArrowheads="1"/>
            </p:cNvSpPr>
            <p:nvPr/>
          </p:nvSpPr>
          <p:spPr bwMode="auto">
            <a:xfrm>
              <a:off x="-1354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684" name="Rectangle 264"/>
            <p:cNvSpPr>
              <a:spLocks noChangeArrowheads="1"/>
            </p:cNvSpPr>
            <p:nvPr/>
          </p:nvSpPr>
          <p:spPr bwMode="auto">
            <a:xfrm>
              <a:off x="-490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685" name="Rectangle 265"/>
            <p:cNvSpPr>
              <a:spLocks noChangeArrowheads="1"/>
            </p:cNvSpPr>
            <p:nvPr/>
          </p:nvSpPr>
          <p:spPr bwMode="auto">
            <a:xfrm>
              <a:off x="-1066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686" name="Rectangle 266"/>
            <p:cNvSpPr>
              <a:spLocks noChangeArrowheads="1"/>
            </p:cNvSpPr>
            <p:nvPr/>
          </p:nvSpPr>
          <p:spPr bwMode="auto">
            <a:xfrm>
              <a:off x="-778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687" name="Text Box 267"/>
            <p:cNvSpPr txBox="1">
              <a:spLocks noChangeArrowheads="1"/>
            </p:cNvSpPr>
            <p:nvPr/>
          </p:nvSpPr>
          <p:spPr bwMode="auto">
            <a:xfrm>
              <a:off x="-3360" y="2613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88" name="Text Box 268"/>
            <p:cNvSpPr txBox="1">
              <a:spLocks noChangeArrowheads="1"/>
            </p:cNvSpPr>
            <p:nvPr/>
          </p:nvSpPr>
          <p:spPr bwMode="auto">
            <a:xfrm>
              <a:off x="-3108" y="201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689" name="Line 269"/>
            <p:cNvSpPr>
              <a:spLocks noChangeShapeType="1"/>
            </p:cNvSpPr>
            <p:nvPr/>
          </p:nvSpPr>
          <p:spPr bwMode="auto">
            <a:xfrm>
              <a:off x="-2652" y="226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90" name="Text Box 270"/>
            <p:cNvSpPr txBox="1">
              <a:spLocks noChangeArrowheads="1"/>
            </p:cNvSpPr>
            <p:nvPr/>
          </p:nvSpPr>
          <p:spPr bwMode="auto">
            <a:xfrm>
              <a:off x="-2822" y="201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691" name="Line 271"/>
            <p:cNvSpPr>
              <a:spLocks noChangeShapeType="1"/>
            </p:cNvSpPr>
            <p:nvPr/>
          </p:nvSpPr>
          <p:spPr bwMode="auto">
            <a:xfrm>
              <a:off x="-2940" y="226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92" name="Line 272"/>
            <p:cNvSpPr>
              <a:spLocks noChangeShapeType="1"/>
            </p:cNvSpPr>
            <p:nvPr/>
          </p:nvSpPr>
          <p:spPr bwMode="auto">
            <a:xfrm>
              <a:off x="-2364" y="226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93" name="Text Box 273"/>
            <p:cNvSpPr txBox="1">
              <a:spLocks noChangeArrowheads="1"/>
            </p:cNvSpPr>
            <p:nvPr/>
          </p:nvSpPr>
          <p:spPr bwMode="auto">
            <a:xfrm>
              <a:off x="-2534" y="201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694" name="Line 274"/>
            <p:cNvSpPr>
              <a:spLocks noChangeShapeType="1"/>
            </p:cNvSpPr>
            <p:nvPr/>
          </p:nvSpPr>
          <p:spPr bwMode="auto">
            <a:xfrm>
              <a:off x="-2076" y="226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95" name="Text Box 275"/>
            <p:cNvSpPr txBox="1">
              <a:spLocks noChangeArrowheads="1"/>
            </p:cNvSpPr>
            <p:nvPr/>
          </p:nvSpPr>
          <p:spPr bwMode="auto">
            <a:xfrm>
              <a:off x="-2246" y="201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696" name="Line 276"/>
            <p:cNvSpPr>
              <a:spLocks noChangeShapeType="1"/>
            </p:cNvSpPr>
            <p:nvPr/>
          </p:nvSpPr>
          <p:spPr bwMode="auto">
            <a:xfrm>
              <a:off x="-1788" y="2271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97" name="Text Box 277"/>
            <p:cNvSpPr txBox="1">
              <a:spLocks noChangeArrowheads="1"/>
            </p:cNvSpPr>
            <p:nvPr/>
          </p:nvSpPr>
          <p:spPr bwMode="auto">
            <a:xfrm>
              <a:off x="-1958" y="2019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698" name="Line 278"/>
            <p:cNvSpPr>
              <a:spLocks noChangeShapeType="1"/>
            </p:cNvSpPr>
            <p:nvPr/>
          </p:nvSpPr>
          <p:spPr bwMode="auto">
            <a:xfrm>
              <a:off x="-1500" y="2271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99" name="Text Box 279"/>
            <p:cNvSpPr txBox="1">
              <a:spLocks noChangeArrowheads="1"/>
            </p:cNvSpPr>
            <p:nvPr/>
          </p:nvSpPr>
          <p:spPr bwMode="auto">
            <a:xfrm>
              <a:off x="-1670" y="2019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700" name="Line 280"/>
            <p:cNvSpPr>
              <a:spLocks noChangeShapeType="1"/>
            </p:cNvSpPr>
            <p:nvPr/>
          </p:nvSpPr>
          <p:spPr bwMode="auto">
            <a:xfrm>
              <a:off x="-1212" y="2271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01" name="Text Box 281"/>
            <p:cNvSpPr txBox="1">
              <a:spLocks noChangeArrowheads="1"/>
            </p:cNvSpPr>
            <p:nvPr/>
          </p:nvSpPr>
          <p:spPr bwMode="auto">
            <a:xfrm>
              <a:off x="-1382" y="2019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702" name="Line 282"/>
            <p:cNvSpPr>
              <a:spLocks noChangeShapeType="1"/>
            </p:cNvSpPr>
            <p:nvPr/>
          </p:nvSpPr>
          <p:spPr bwMode="auto">
            <a:xfrm>
              <a:off x="-924" y="2280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03" name="Text Box 283"/>
            <p:cNvSpPr txBox="1">
              <a:spLocks noChangeArrowheads="1"/>
            </p:cNvSpPr>
            <p:nvPr/>
          </p:nvSpPr>
          <p:spPr bwMode="auto">
            <a:xfrm>
              <a:off x="-1094" y="20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704" name="Line 284"/>
            <p:cNvSpPr>
              <a:spLocks noChangeShapeType="1"/>
            </p:cNvSpPr>
            <p:nvPr/>
          </p:nvSpPr>
          <p:spPr bwMode="auto">
            <a:xfrm>
              <a:off x="-636" y="2280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05" name="Text Box 285"/>
            <p:cNvSpPr txBox="1">
              <a:spLocks noChangeArrowheads="1"/>
            </p:cNvSpPr>
            <p:nvPr/>
          </p:nvSpPr>
          <p:spPr bwMode="auto">
            <a:xfrm>
              <a:off x="-806" y="20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706" name="Line 286"/>
            <p:cNvSpPr>
              <a:spLocks noChangeShapeType="1"/>
            </p:cNvSpPr>
            <p:nvPr/>
          </p:nvSpPr>
          <p:spPr bwMode="auto">
            <a:xfrm>
              <a:off x="-348" y="2280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07" name="Text Box 287"/>
            <p:cNvSpPr txBox="1">
              <a:spLocks noChangeArrowheads="1"/>
            </p:cNvSpPr>
            <p:nvPr/>
          </p:nvSpPr>
          <p:spPr bwMode="auto">
            <a:xfrm>
              <a:off x="-518" y="20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6112" name="Group 288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216" y="384"/>
            <a:chExt cx="3216" cy="1164"/>
          </a:xfrm>
        </p:grpSpPr>
        <p:sp>
          <p:nvSpPr>
            <p:cNvPr id="22626" name="Rectangle 289"/>
            <p:cNvSpPr>
              <a:spLocks noChangeArrowheads="1"/>
            </p:cNvSpPr>
            <p:nvPr/>
          </p:nvSpPr>
          <p:spPr bwMode="auto">
            <a:xfrm>
              <a:off x="-2938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27" name="Rectangle 290"/>
            <p:cNvSpPr>
              <a:spLocks noChangeArrowheads="1"/>
            </p:cNvSpPr>
            <p:nvPr/>
          </p:nvSpPr>
          <p:spPr bwMode="auto">
            <a:xfrm>
              <a:off x="-2650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28" name="Rectangle 291"/>
            <p:cNvSpPr>
              <a:spLocks noChangeArrowheads="1"/>
            </p:cNvSpPr>
            <p:nvPr/>
          </p:nvSpPr>
          <p:spPr bwMode="auto">
            <a:xfrm>
              <a:off x="-2362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29" name="Rectangle 292"/>
            <p:cNvSpPr>
              <a:spLocks noChangeArrowheads="1"/>
            </p:cNvSpPr>
            <p:nvPr/>
          </p:nvSpPr>
          <p:spPr bwMode="auto">
            <a:xfrm>
              <a:off x="-2074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30" name="Rectangle 293"/>
            <p:cNvSpPr>
              <a:spLocks noChangeArrowheads="1"/>
            </p:cNvSpPr>
            <p:nvPr/>
          </p:nvSpPr>
          <p:spPr bwMode="auto">
            <a:xfrm>
              <a:off x="-1786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31" name="Rectangle 294"/>
            <p:cNvSpPr>
              <a:spLocks noChangeArrowheads="1"/>
            </p:cNvSpPr>
            <p:nvPr/>
          </p:nvSpPr>
          <p:spPr bwMode="auto">
            <a:xfrm>
              <a:off x="-1498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32" name="Rectangle 295"/>
            <p:cNvSpPr>
              <a:spLocks noChangeArrowheads="1"/>
            </p:cNvSpPr>
            <p:nvPr/>
          </p:nvSpPr>
          <p:spPr bwMode="auto">
            <a:xfrm>
              <a:off x="-1210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33" name="Rectangle 296"/>
            <p:cNvSpPr>
              <a:spLocks noChangeArrowheads="1"/>
            </p:cNvSpPr>
            <p:nvPr/>
          </p:nvSpPr>
          <p:spPr bwMode="auto">
            <a:xfrm>
              <a:off x="-346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34" name="Rectangle 297"/>
            <p:cNvSpPr>
              <a:spLocks noChangeArrowheads="1"/>
            </p:cNvSpPr>
            <p:nvPr/>
          </p:nvSpPr>
          <p:spPr bwMode="auto">
            <a:xfrm>
              <a:off x="-922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7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35" name="Rectangle 298"/>
            <p:cNvSpPr>
              <a:spLocks noChangeArrowheads="1"/>
            </p:cNvSpPr>
            <p:nvPr/>
          </p:nvSpPr>
          <p:spPr bwMode="auto">
            <a:xfrm>
              <a:off x="-634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36" name="Rectangle 299"/>
            <p:cNvSpPr>
              <a:spLocks noChangeArrowheads="1"/>
            </p:cNvSpPr>
            <p:nvPr/>
          </p:nvSpPr>
          <p:spPr bwMode="auto">
            <a:xfrm>
              <a:off x="-2938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637" name="Rectangle 300"/>
            <p:cNvSpPr>
              <a:spLocks noChangeArrowheads="1"/>
            </p:cNvSpPr>
            <p:nvPr/>
          </p:nvSpPr>
          <p:spPr bwMode="auto">
            <a:xfrm>
              <a:off x="-2650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638" name="Rectangle 301"/>
            <p:cNvSpPr>
              <a:spLocks noChangeArrowheads="1"/>
            </p:cNvSpPr>
            <p:nvPr/>
          </p:nvSpPr>
          <p:spPr bwMode="auto">
            <a:xfrm>
              <a:off x="-2362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639" name="Rectangle 302"/>
            <p:cNvSpPr>
              <a:spLocks noChangeArrowheads="1"/>
            </p:cNvSpPr>
            <p:nvPr/>
          </p:nvSpPr>
          <p:spPr bwMode="auto">
            <a:xfrm>
              <a:off x="-2074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640" name="Rectangle 303"/>
            <p:cNvSpPr>
              <a:spLocks noChangeArrowheads="1"/>
            </p:cNvSpPr>
            <p:nvPr/>
          </p:nvSpPr>
          <p:spPr bwMode="auto">
            <a:xfrm>
              <a:off x="-1786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641" name="Rectangle 304"/>
            <p:cNvSpPr>
              <a:spLocks noChangeArrowheads="1"/>
            </p:cNvSpPr>
            <p:nvPr/>
          </p:nvSpPr>
          <p:spPr bwMode="auto">
            <a:xfrm>
              <a:off x="-1498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642" name="Rectangle 305"/>
            <p:cNvSpPr>
              <a:spLocks noChangeArrowheads="1"/>
            </p:cNvSpPr>
            <p:nvPr/>
          </p:nvSpPr>
          <p:spPr bwMode="auto">
            <a:xfrm>
              <a:off x="-1210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643" name="Rectangle 306"/>
            <p:cNvSpPr>
              <a:spLocks noChangeArrowheads="1"/>
            </p:cNvSpPr>
            <p:nvPr/>
          </p:nvSpPr>
          <p:spPr bwMode="auto">
            <a:xfrm>
              <a:off x="-346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644" name="Rectangle 307"/>
            <p:cNvSpPr>
              <a:spLocks noChangeArrowheads="1"/>
            </p:cNvSpPr>
            <p:nvPr/>
          </p:nvSpPr>
          <p:spPr bwMode="auto">
            <a:xfrm>
              <a:off x="-922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645" name="Rectangle 308"/>
            <p:cNvSpPr>
              <a:spLocks noChangeArrowheads="1"/>
            </p:cNvSpPr>
            <p:nvPr/>
          </p:nvSpPr>
          <p:spPr bwMode="auto">
            <a:xfrm>
              <a:off x="-634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646" name="Text Box 309"/>
            <p:cNvSpPr txBox="1">
              <a:spLocks noChangeArrowheads="1"/>
            </p:cNvSpPr>
            <p:nvPr/>
          </p:nvSpPr>
          <p:spPr bwMode="auto">
            <a:xfrm>
              <a:off x="-3216" y="981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47" name="Text Box 310"/>
            <p:cNvSpPr txBox="1">
              <a:spLocks noChangeArrowheads="1"/>
            </p:cNvSpPr>
            <p:nvPr/>
          </p:nvSpPr>
          <p:spPr bwMode="auto">
            <a:xfrm>
              <a:off x="-2964" y="38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648" name="Line 311"/>
            <p:cNvSpPr>
              <a:spLocks noChangeShapeType="1"/>
            </p:cNvSpPr>
            <p:nvPr/>
          </p:nvSpPr>
          <p:spPr bwMode="auto">
            <a:xfrm>
              <a:off x="-2508" y="63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49" name="Text Box 312"/>
            <p:cNvSpPr txBox="1">
              <a:spLocks noChangeArrowheads="1"/>
            </p:cNvSpPr>
            <p:nvPr/>
          </p:nvSpPr>
          <p:spPr bwMode="auto">
            <a:xfrm>
              <a:off x="-2678" y="38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650" name="Line 313"/>
            <p:cNvSpPr>
              <a:spLocks noChangeShapeType="1"/>
            </p:cNvSpPr>
            <p:nvPr/>
          </p:nvSpPr>
          <p:spPr bwMode="auto">
            <a:xfrm>
              <a:off x="-2796" y="63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51" name="Line 314"/>
            <p:cNvSpPr>
              <a:spLocks noChangeShapeType="1"/>
            </p:cNvSpPr>
            <p:nvPr/>
          </p:nvSpPr>
          <p:spPr bwMode="auto">
            <a:xfrm>
              <a:off x="-2220" y="63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52" name="Text Box 315"/>
            <p:cNvSpPr txBox="1">
              <a:spLocks noChangeArrowheads="1"/>
            </p:cNvSpPr>
            <p:nvPr/>
          </p:nvSpPr>
          <p:spPr bwMode="auto">
            <a:xfrm>
              <a:off x="-2390" y="38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653" name="Line 316"/>
            <p:cNvSpPr>
              <a:spLocks noChangeShapeType="1"/>
            </p:cNvSpPr>
            <p:nvPr/>
          </p:nvSpPr>
          <p:spPr bwMode="auto">
            <a:xfrm>
              <a:off x="-1932" y="63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54" name="Text Box 317"/>
            <p:cNvSpPr txBox="1">
              <a:spLocks noChangeArrowheads="1"/>
            </p:cNvSpPr>
            <p:nvPr/>
          </p:nvSpPr>
          <p:spPr bwMode="auto">
            <a:xfrm>
              <a:off x="-2102" y="38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655" name="Line 318"/>
            <p:cNvSpPr>
              <a:spLocks noChangeShapeType="1"/>
            </p:cNvSpPr>
            <p:nvPr/>
          </p:nvSpPr>
          <p:spPr bwMode="auto">
            <a:xfrm>
              <a:off x="-1644" y="63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56" name="Text Box 319"/>
            <p:cNvSpPr txBox="1">
              <a:spLocks noChangeArrowheads="1"/>
            </p:cNvSpPr>
            <p:nvPr/>
          </p:nvSpPr>
          <p:spPr bwMode="auto">
            <a:xfrm>
              <a:off x="-1814" y="38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657" name="Line 320"/>
            <p:cNvSpPr>
              <a:spLocks noChangeShapeType="1"/>
            </p:cNvSpPr>
            <p:nvPr/>
          </p:nvSpPr>
          <p:spPr bwMode="auto">
            <a:xfrm>
              <a:off x="-1356" y="63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58" name="Text Box 321"/>
            <p:cNvSpPr txBox="1">
              <a:spLocks noChangeArrowheads="1"/>
            </p:cNvSpPr>
            <p:nvPr/>
          </p:nvSpPr>
          <p:spPr bwMode="auto">
            <a:xfrm>
              <a:off x="-1526" y="38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659" name="Line 322"/>
            <p:cNvSpPr>
              <a:spLocks noChangeShapeType="1"/>
            </p:cNvSpPr>
            <p:nvPr/>
          </p:nvSpPr>
          <p:spPr bwMode="auto">
            <a:xfrm>
              <a:off x="-1068" y="63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60" name="Text Box 323"/>
            <p:cNvSpPr txBox="1">
              <a:spLocks noChangeArrowheads="1"/>
            </p:cNvSpPr>
            <p:nvPr/>
          </p:nvSpPr>
          <p:spPr bwMode="auto">
            <a:xfrm>
              <a:off x="-1238" y="38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661" name="Line 324"/>
            <p:cNvSpPr>
              <a:spLocks noChangeShapeType="1"/>
            </p:cNvSpPr>
            <p:nvPr/>
          </p:nvSpPr>
          <p:spPr bwMode="auto">
            <a:xfrm>
              <a:off x="-780" y="648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62" name="Text Box 325"/>
            <p:cNvSpPr txBox="1">
              <a:spLocks noChangeArrowheads="1"/>
            </p:cNvSpPr>
            <p:nvPr/>
          </p:nvSpPr>
          <p:spPr bwMode="auto">
            <a:xfrm>
              <a:off x="-950" y="39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663" name="Line 326"/>
            <p:cNvSpPr>
              <a:spLocks noChangeShapeType="1"/>
            </p:cNvSpPr>
            <p:nvPr/>
          </p:nvSpPr>
          <p:spPr bwMode="auto">
            <a:xfrm>
              <a:off x="-492" y="64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64" name="Text Box 327"/>
            <p:cNvSpPr txBox="1">
              <a:spLocks noChangeArrowheads="1"/>
            </p:cNvSpPr>
            <p:nvPr/>
          </p:nvSpPr>
          <p:spPr bwMode="auto">
            <a:xfrm>
              <a:off x="-662" y="39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665" name="Line 328"/>
            <p:cNvSpPr>
              <a:spLocks noChangeShapeType="1"/>
            </p:cNvSpPr>
            <p:nvPr/>
          </p:nvSpPr>
          <p:spPr bwMode="auto">
            <a:xfrm>
              <a:off x="-204" y="64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66" name="Text Box 329"/>
            <p:cNvSpPr txBox="1">
              <a:spLocks noChangeArrowheads="1"/>
            </p:cNvSpPr>
            <p:nvPr/>
          </p:nvSpPr>
          <p:spPr bwMode="auto">
            <a:xfrm>
              <a:off x="-374" y="39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6154" name="Group 330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216" y="432"/>
            <a:chExt cx="3216" cy="1164"/>
          </a:xfrm>
        </p:grpSpPr>
        <p:sp>
          <p:nvSpPr>
            <p:cNvPr id="22585" name="Rectangle 331"/>
            <p:cNvSpPr>
              <a:spLocks noChangeArrowheads="1"/>
            </p:cNvSpPr>
            <p:nvPr/>
          </p:nvSpPr>
          <p:spPr bwMode="auto">
            <a:xfrm>
              <a:off x="-2938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86" name="Rectangle 332"/>
            <p:cNvSpPr>
              <a:spLocks noChangeArrowheads="1"/>
            </p:cNvSpPr>
            <p:nvPr/>
          </p:nvSpPr>
          <p:spPr bwMode="auto">
            <a:xfrm>
              <a:off x="-2650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87" name="Rectangle 333"/>
            <p:cNvSpPr>
              <a:spLocks noChangeArrowheads="1"/>
            </p:cNvSpPr>
            <p:nvPr/>
          </p:nvSpPr>
          <p:spPr bwMode="auto">
            <a:xfrm>
              <a:off x="-2362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88" name="Rectangle 334"/>
            <p:cNvSpPr>
              <a:spLocks noChangeArrowheads="1"/>
            </p:cNvSpPr>
            <p:nvPr/>
          </p:nvSpPr>
          <p:spPr bwMode="auto">
            <a:xfrm>
              <a:off x="-2074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89" name="Rectangle 335"/>
            <p:cNvSpPr>
              <a:spLocks noChangeArrowheads="1"/>
            </p:cNvSpPr>
            <p:nvPr/>
          </p:nvSpPr>
          <p:spPr bwMode="auto">
            <a:xfrm>
              <a:off x="-1786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90" name="Rectangle 336"/>
            <p:cNvSpPr>
              <a:spLocks noChangeArrowheads="1"/>
            </p:cNvSpPr>
            <p:nvPr/>
          </p:nvSpPr>
          <p:spPr bwMode="auto">
            <a:xfrm>
              <a:off x="-1498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91" name="Rectangle 337"/>
            <p:cNvSpPr>
              <a:spLocks noChangeArrowheads="1"/>
            </p:cNvSpPr>
            <p:nvPr/>
          </p:nvSpPr>
          <p:spPr bwMode="auto">
            <a:xfrm>
              <a:off x="-1210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92" name="Rectangle 338"/>
            <p:cNvSpPr>
              <a:spLocks noChangeArrowheads="1"/>
            </p:cNvSpPr>
            <p:nvPr/>
          </p:nvSpPr>
          <p:spPr bwMode="auto">
            <a:xfrm>
              <a:off x="-346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93" name="Rectangle 339"/>
            <p:cNvSpPr>
              <a:spLocks noChangeArrowheads="1"/>
            </p:cNvSpPr>
            <p:nvPr/>
          </p:nvSpPr>
          <p:spPr bwMode="auto">
            <a:xfrm>
              <a:off x="-922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7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94" name="Rectangle 340"/>
            <p:cNvSpPr>
              <a:spLocks noChangeArrowheads="1"/>
            </p:cNvSpPr>
            <p:nvPr/>
          </p:nvSpPr>
          <p:spPr bwMode="auto">
            <a:xfrm>
              <a:off x="-634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8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95" name="Rectangle 341"/>
            <p:cNvSpPr>
              <a:spLocks noChangeArrowheads="1"/>
            </p:cNvSpPr>
            <p:nvPr/>
          </p:nvSpPr>
          <p:spPr bwMode="auto">
            <a:xfrm>
              <a:off x="-2938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596" name="Rectangle 342"/>
            <p:cNvSpPr>
              <a:spLocks noChangeArrowheads="1"/>
            </p:cNvSpPr>
            <p:nvPr/>
          </p:nvSpPr>
          <p:spPr bwMode="auto">
            <a:xfrm>
              <a:off x="-2650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597" name="Rectangle 343"/>
            <p:cNvSpPr>
              <a:spLocks noChangeArrowheads="1"/>
            </p:cNvSpPr>
            <p:nvPr/>
          </p:nvSpPr>
          <p:spPr bwMode="auto">
            <a:xfrm>
              <a:off x="-2362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598" name="Rectangle 344"/>
            <p:cNvSpPr>
              <a:spLocks noChangeArrowheads="1"/>
            </p:cNvSpPr>
            <p:nvPr/>
          </p:nvSpPr>
          <p:spPr bwMode="auto">
            <a:xfrm>
              <a:off x="-2074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599" name="Rectangle 345"/>
            <p:cNvSpPr>
              <a:spLocks noChangeArrowheads="1"/>
            </p:cNvSpPr>
            <p:nvPr/>
          </p:nvSpPr>
          <p:spPr bwMode="auto">
            <a:xfrm>
              <a:off x="-1786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600" name="Rectangle 346"/>
            <p:cNvSpPr>
              <a:spLocks noChangeArrowheads="1"/>
            </p:cNvSpPr>
            <p:nvPr/>
          </p:nvSpPr>
          <p:spPr bwMode="auto">
            <a:xfrm>
              <a:off x="-1498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601" name="Rectangle 347"/>
            <p:cNvSpPr>
              <a:spLocks noChangeArrowheads="1"/>
            </p:cNvSpPr>
            <p:nvPr/>
          </p:nvSpPr>
          <p:spPr bwMode="auto">
            <a:xfrm>
              <a:off x="-1210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602" name="Rectangle 348"/>
            <p:cNvSpPr>
              <a:spLocks noChangeArrowheads="1"/>
            </p:cNvSpPr>
            <p:nvPr/>
          </p:nvSpPr>
          <p:spPr bwMode="auto">
            <a:xfrm>
              <a:off x="-346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603" name="Rectangle 349"/>
            <p:cNvSpPr>
              <a:spLocks noChangeArrowheads="1"/>
            </p:cNvSpPr>
            <p:nvPr/>
          </p:nvSpPr>
          <p:spPr bwMode="auto">
            <a:xfrm>
              <a:off x="-922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604" name="Rectangle 350"/>
            <p:cNvSpPr>
              <a:spLocks noChangeArrowheads="1"/>
            </p:cNvSpPr>
            <p:nvPr/>
          </p:nvSpPr>
          <p:spPr bwMode="auto">
            <a:xfrm>
              <a:off x="-634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605" name="Text Box 351"/>
            <p:cNvSpPr txBox="1">
              <a:spLocks noChangeArrowheads="1"/>
            </p:cNvSpPr>
            <p:nvPr/>
          </p:nvSpPr>
          <p:spPr bwMode="auto">
            <a:xfrm>
              <a:off x="-3216" y="1029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06" name="Text Box 352"/>
            <p:cNvSpPr txBox="1">
              <a:spLocks noChangeArrowheads="1"/>
            </p:cNvSpPr>
            <p:nvPr/>
          </p:nvSpPr>
          <p:spPr bwMode="auto">
            <a:xfrm>
              <a:off x="-2964" y="43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607" name="Line 353"/>
            <p:cNvSpPr>
              <a:spLocks noChangeShapeType="1"/>
            </p:cNvSpPr>
            <p:nvPr/>
          </p:nvSpPr>
          <p:spPr bwMode="auto">
            <a:xfrm>
              <a:off x="-2508" y="68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08" name="Text Box 354"/>
            <p:cNvSpPr txBox="1">
              <a:spLocks noChangeArrowheads="1"/>
            </p:cNvSpPr>
            <p:nvPr/>
          </p:nvSpPr>
          <p:spPr bwMode="auto">
            <a:xfrm>
              <a:off x="-2678" y="43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609" name="Line 355"/>
            <p:cNvSpPr>
              <a:spLocks noChangeShapeType="1"/>
            </p:cNvSpPr>
            <p:nvPr/>
          </p:nvSpPr>
          <p:spPr bwMode="auto">
            <a:xfrm>
              <a:off x="-2796" y="68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10" name="Line 356"/>
            <p:cNvSpPr>
              <a:spLocks noChangeShapeType="1"/>
            </p:cNvSpPr>
            <p:nvPr/>
          </p:nvSpPr>
          <p:spPr bwMode="auto">
            <a:xfrm>
              <a:off x="-2220" y="68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11" name="Text Box 357"/>
            <p:cNvSpPr txBox="1">
              <a:spLocks noChangeArrowheads="1"/>
            </p:cNvSpPr>
            <p:nvPr/>
          </p:nvSpPr>
          <p:spPr bwMode="auto">
            <a:xfrm>
              <a:off x="-2390" y="43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612" name="Line 358"/>
            <p:cNvSpPr>
              <a:spLocks noChangeShapeType="1"/>
            </p:cNvSpPr>
            <p:nvPr/>
          </p:nvSpPr>
          <p:spPr bwMode="auto">
            <a:xfrm>
              <a:off x="-1932" y="68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13" name="Text Box 359"/>
            <p:cNvSpPr txBox="1">
              <a:spLocks noChangeArrowheads="1"/>
            </p:cNvSpPr>
            <p:nvPr/>
          </p:nvSpPr>
          <p:spPr bwMode="auto">
            <a:xfrm>
              <a:off x="-2102" y="43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614" name="Line 360"/>
            <p:cNvSpPr>
              <a:spLocks noChangeShapeType="1"/>
            </p:cNvSpPr>
            <p:nvPr/>
          </p:nvSpPr>
          <p:spPr bwMode="auto">
            <a:xfrm>
              <a:off x="-1644" y="68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15" name="Text Box 361"/>
            <p:cNvSpPr txBox="1">
              <a:spLocks noChangeArrowheads="1"/>
            </p:cNvSpPr>
            <p:nvPr/>
          </p:nvSpPr>
          <p:spPr bwMode="auto">
            <a:xfrm>
              <a:off x="-1814" y="43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616" name="Line 362"/>
            <p:cNvSpPr>
              <a:spLocks noChangeShapeType="1"/>
            </p:cNvSpPr>
            <p:nvPr/>
          </p:nvSpPr>
          <p:spPr bwMode="auto">
            <a:xfrm>
              <a:off x="-1356" y="68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17" name="Text Box 363"/>
            <p:cNvSpPr txBox="1">
              <a:spLocks noChangeArrowheads="1"/>
            </p:cNvSpPr>
            <p:nvPr/>
          </p:nvSpPr>
          <p:spPr bwMode="auto">
            <a:xfrm>
              <a:off x="-1526" y="43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618" name="Line 364"/>
            <p:cNvSpPr>
              <a:spLocks noChangeShapeType="1"/>
            </p:cNvSpPr>
            <p:nvPr/>
          </p:nvSpPr>
          <p:spPr bwMode="auto">
            <a:xfrm>
              <a:off x="-1068" y="68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19" name="Text Box 365"/>
            <p:cNvSpPr txBox="1">
              <a:spLocks noChangeArrowheads="1"/>
            </p:cNvSpPr>
            <p:nvPr/>
          </p:nvSpPr>
          <p:spPr bwMode="auto">
            <a:xfrm>
              <a:off x="-1238" y="43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620" name="Line 366"/>
            <p:cNvSpPr>
              <a:spLocks noChangeShapeType="1"/>
            </p:cNvSpPr>
            <p:nvPr/>
          </p:nvSpPr>
          <p:spPr bwMode="auto">
            <a:xfrm>
              <a:off x="-780" y="6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21" name="Text Box 367"/>
            <p:cNvSpPr txBox="1">
              <a:spLocks noChangeArrowheads="1"/>
            </p:cNvSpPr>
            <p:nvPr/>
          </p:nvSpPr>
          <p:spPr bwMode="auto">
            <a:xfrm>
              <a:off x="-950" y="4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622" name="Line 368"/>
            <p:cNvSpPr>
              <a:spLocks noChangeShapeType="1"/>
            </p:cNvSpPr>
            <p:nvPr/>
          </p:nvSpPr>
          <p:spPr bwMode="auto">
            <a:xfrm>
              <a:off x="-492" y="696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23" name="Text Box 369"/>
            <p:cNvSpPr txBox="1">
              <a:spLocks noChangeArrowheads="1"/>
            </p:cNvSpPr>
            <p:nvPr/>
          </p:nvSpPr>
          <p:spPr bwMode="auto">
            <a:xfrm>
              <a:off x="-662" y="4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624" name="Line 370"/>
            <p:cNvSpPr>
              <a:spLocks noChangeShapeType="1"/>
            </p:cNvSpPr>
            <p:nvPr/>
          </p:nvSpPr>
          <p:spPr bwMode="auto">
            <a:xfrm>
              <a:off x="-204" y="6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25" name="Text Box 371"/>
            <p:cNvSpPr txBox="1">
              <a:spLocks noChangeArrowheads="1"/>
            </p:cNvSpPr>
            <p:nvPr/>
          </p:nvSpPr>
          <p:spPr bwMode="auto">
            <a:xfrm>
              <a:off x="-374" y="4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6196" name="Group 372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360" y="144"/>
            <a:chExt cx="3216" cy="1164"/>
          </a:xfrm>
        </p:grpSpPr>
        <p:sp>
          <p:nvSpPr>
            <p:cNvPr id="22544" name="Rectangle 373"/>
            <p:cNvSpPr>
              <a:spLocks noChangeArrowheads="1"/>
            </p:cNvSpPr>
            <p:nvPr/>
          </p:nvSpPr>
          <p:spPr bwMode="auto">
            <a:xfrm>
              <a:off x="-3082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45" name="Rectangle 374"/>
            <p:cNvSpPr>
              <a:spLocks noChangeArrowheads="1"/>
            </p:cNvSpPr>
            <p:nvPr/>
          </p:nvSpPr>
          <p:spPr bwMode="auto">
            <a:xfrm>
              <a:off x="-2794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46" name="Rectangle 375"/>
            <p:cNvSpPr>
              <a:spLocks noChangeArrowheads="1"/>
            </p:cNvSpPr>
            <p:nvPr/>
          </p:nvSpPr>
          <p:spPr bwMode="auto">
            <a:xfrm>
              <a:off x="-2506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47" name="Rectangle 376"/>
            <p:cNvSpPr>
              <a:spLocks noChangeArrowheads="1"/>
            </p:cNvSpPr>
            <p:nvPr/>
          </p:nvSpPr>
          <p:spPr bwMode="auto">
            <a:xfrm>
              <a:off x="-2218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48" name="Rectangle 377"/>
            <p:cNvSpPr>
              <a:spLocks noChangeArrowheads="1"/>
            </p:cNvSpPr>
            <p:nvPr/>
          </p:nvSpPr>
          <p:spPr bwMode="auto">
            <a:xfrm>
              <a:off x="-1930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49" name="Rectangle 378"/>
            <p:cNvSpPr>
              <a:spLocks noChangeArrowheads="1"/>
            </p:cNvSpPr>
            <p:nvPr/>
          </p:nvSpPr>
          <p:spPr bwMode="auto">
            <a:xfrm>
              <a:off x="-1642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50" name="Rectangle 379"/>
            <p:cNvSpPr>
              <a:spLocks noChangeArrowheads="1"/>
            </p:cNvSpPr>
            <p:nvPr/>
          </p:nvSpPr>
          <p:spPr bwMode="auto">
            <a:xfrm>
              <a:off x="-1354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51" name="Rectangle 380"/>
            <p:cNvSpPr>
              <a:spLocks noChangeArrowheads="1"/>
            </p:cNvSpPr>
            <p:nvPr/>
          </p:nvSpPr>
          <p:spPr bwMode="auto">
            <a:xfrm>
              <a:off x="-490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9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52" name="Rectangle 381"/>
            <p:cNvSpPr>
              <a:spLocks noChangeArrowheads="1"/>
            </p:cNvSpPr>
            <p:nvPr/>
          </p:nvSpPr>
          <p:spPr bwMode="auto">
            <a:xfrm>
              <a:off x="-1066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7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53" name="Rectangle 382"/>
            <p:cNvSpPr>
              <a:spLocks noChangeArrowheads="1"/>
            </p:cNvSpPr>
            <p:nvPr/>
          </p:nvSpPr>
          <p:spPr bwMode="auto">
            <a:xfrm>
              <a:off x="-778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8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54" name="Rectangle 383"/>
            <p:cNvSpPr>
              <a:spLocks noChangeArrowheads="1"/>
            </p:cNvSpPr>
            <p:nvPr/>
          </p:nvSpPr>
          <p:spPr bwMode="auto">
            <a:xfrm>
              <a:off x="-3082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555" name="Rectangle 384"/>
            <p:cNvSpPr>
              <a:spLocks noChangeArrowheads="1"/>
            </p:cNvSpPr>
            <p:nvPr/>
          </p:nvSpPr>
          <p:spPr bwMode="auto">
            <a:xfrm>
              <a:off x="-2794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556" name="Rectangle 385"/>
            <p:cNvSpPr>
              <a:spLocks noChangeArrowheads="1"/>
            </p:cNvSpPr>
            <p:nvPr/>
          </p:nvSpPr>
          <p:spPr bwMode="auto">
            <a:xfrm>
              <a:off x="-2506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557" name="Rectangle 386"/>
            <p:cNvSpPr>
              <a:spLocks noChangeArrowheads="1"/>
            </p:cNvSpPr>
            <p:nvPr/>
          </p:nvSpPr>
          <p:spPr bwMode="auto">
            <a:xfrm>
              <a:off x="-2218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558" name="Rectangle 387"/>
            <p:cNvSpPr>
              <a:spLocks noChangeArrowheads="1"/>
            </p:cNvSpPr>
            <p:nvPr/>
          </p:nvSpPr>
          <p:spPr bwMode="auto">
            <a:xfrm>
              <a:off x="-1930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559" name="Rectangle 388"/>
            <p:cNvSpPr>
              <a:spLocks noChangeArrowheads="1"/>
            </p:cNvSpPr>
            <p:nvPr/>
          </p:nvSpPr>
          <p:spPr bwMode="auto">
            <a:xfrm>
              <a:off x="-1642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560" name="Rectangle 389"/>
            <p:cNvSpPr>
              <a:spLocks noChangeArrowheads="1"/>
            </p:cNvSpPr>
            <p:nvPr/>
          </p:nvSpPr>
          <p:spPr bwMode="auto">
            <a:xfrm>
              <a:off x="-1354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561" name="Rectangle 390"/>
            <p:cNvSpPr>
              <a:spLocks noChangeArrowheads="1"/>
            </p:cNvSpPr>
            <p:nvPr/>
          </p:nvSpPr>
          <p:spPr bwMode="auto">
            <a:xfrm>
              <a:off x="-490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562" name="Rectangle 391"/>
            <p:cNvSpPr>
              <a:spLocks noChangeArrowheads="1"/>
            </p:cNvSpPr>
            <p:nvPr/>
          </p:nvSpPr>
          <p:spPr bwMode="auto">
            <a:xfrm>
              <a:off x="-1066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563" name="Rectangle 392"/>
            <p:cNvSpPr>
              <a:spLocks noChangeArrowheads="1"/>
            </p:cNvSpPr>
            <p:nvPr/>
          </p:nvSpPr>
          <p:spPr bwMode="auto">
            <a:xfrm>
              <a:off x="-778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564" name="Text Box 393"/>
            <p:cNvSpPr txBox="1">
              <a:spLocks noChangeArrowheads="1"/>
            </p:cNvSpPr>
            <p:nvPr/>
          </p:nvSpPr>
          <p:spPr bwMode="auto">
            <a:xfrm>
              <a:off x="-3360" y="741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65" name="Text Box 394"/>
            <p:cNvSpPr txBox="1">
              <a:spLocks noChangeArrowheads="1"/>
            </p:cNvSpPr>
            <p:nvPr/>
          </p:nvSpPr>
          <p:spPr bwMode="auto">
            <a:xfrm>
              <a:off x="-3108" y="1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566" name="Line 395"/>
            <p:cNvSpPr>
              <a:spLocks noChangeShapeType="1"/>
            </p:cNvSpPr>
            <p:nvPr/>
          </p:nvSpPr>
          <p:spPr bwMode="auto">
            <a:xfrm>
              <a:off x="-2652" y="3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67" name="Text Box 396"/>
            <p:cNvSpPr txBox="1">
              <a:spLocks noChangeArrowheads="1"/>
            </p:cNvSpPr>
            <p:nvPr/>
          </p:nvSpPr>
          <p:spPr bwMode="auto">
            <a:xfrm>
              <a:off x="-2822" y="1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568" name="Line 397"/>
            <p:cNvSpPr>
              <a:spLocks noChangeShapeType="1"/>
            </p:cNvSpPr>
            <p:nvPr/>
          </p:nvSpPr>
          <p:spPr bwMode="auto">
            <a:xfrm>
              <a:off x="-2940" y="3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69" name="Line 398"/>
            <p:cNvSpPr>
              <a:spLocks noChangeShapeType="1"/>
            </p:cNvSpPr>
            <p:nvPr/>
          </p:nvSpPr>
          <p:spPr bwMode="auto">
            <a:xfrm>
              <a:off x="-2364" y="3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70" name="Text Box 399"/>
            <p:cNvSpPr txBox="1">
              <a:spLocks noChangeArrowheads="1"/>
            </p:cNvSpPr>
            <p:nvPr/>
          </p:nvSpPr>
          <p:spPr bwMode="auto">
            <a:xfrm>
              <a:off x="-2534" y="1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571" name="Line 400"/>
            <p:cNvSpPr>
              <a:spLocks noChangeShapeType="1"/>
            </p:cNvSpPr>
            <p:nvPr/>
          </p:nvSpPr>
          <p:spPr bwMode="auto">
            <a:xfrm>
              <a:off x="-2076" y="3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72" name="Text Box 401"/>
            <p:cNvSpPr txBox="1">
              <a:spLocks noChangeArrowheads="1"/>
            </p:cNvSpPr>
            <p:nvPr/>
          </p:nvSpPr>
          <p:spPr bwMode="auto">
            <a:xfrm>
              <a:off x="-2246" y="1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573" name="Line 402"/>
            <p:cNvSpPr>
              <a:spLocks noChangeShapeType="1"/>
            </p:cNvSpPr>
            <p:nvPr/>
          </p:nvSpPr>
          <p:spPr bwMode="auto">
            <a:xfrm>
              <a:off x="-1788" y="39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74" name="Text Box 403"/>
            <p:cNvSpPr txBox="1">
              <a:spLocks noChangeArrowheads="1"/>
            </p:cNvSpPr>
            <p:nvPr/>
          </p:nvSpPr>
          <p:spPr bwMode="auto">
            <a:xfrm>
              <a:off x="-1958" y="14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575" name="Line 404"/>
            <p:cNvSpPr>
              <a:spLocks noChangeShapeType="1"/>
            </p:cNvSpPr>
            <p:nvPr/>
          </p:nvSpPr>
          <p:spPr bwMode="auto">
            <a:xfrm>
              <a:off x="-1500" y="39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76" name="Text Box 405"/>
            <p:cNvSpPr txBox="1">
              <a:spLocks noChangeArrowheads="1"/>
            </p:cNvSpPr>
            <p:nvPr/>
          </p:nvSpPr>
          <p:spPr bwMode="auto">
            <a:xfrm>
              <a:off x="-1670" y="14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577" name="Line 406"/>
            <p:cNvSpPr>
              <a:spLocks noChangeShapeType="1"/>
            </p:cNvSpPr>
            <p:nvPr/>
          </p:nvSpPr>
          <p:spPr bwMode="auto">
            <a:xfrm>
              <a:off x="-1212" y="39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78" name="Text Box 407"/>
            <p:cNvSpPr txBox="1">
              <a:spLocks noChangeArrowheads="1"/>
            </p:cNvSpPr>
            <p:nvPr/>
          </p:nvSpPr>
          <p:spPr bwMode="auto">
            <a:xfrm>
              <a:off x="-1382" y="14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579" name="Line 408"/>
            <p:cNvSpPr>
              <a:spLocks noChangeShapeType="1"/>
            </p:cNvSpPr>
            <p:nvPr/>
          </p:nvSpPr>
          <p:spPr bwMode="auto">
            <a:xfrm>
              <a:off x="-924" y="40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80" name="Text Box 409"/>
            <p:cNvSpPr txBox="1">
              <a:spLocks noChangeArrowheads="1"/>
            </p:cNvSpPr>
            <p:nvPr/>
          </p:nvSpPr>
          <p:spPr bwMode="auto">
            <a:xfrm>
              <a:off x="-1094" y="1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581" name="Line 410"/>
            <p:cNvSpPr>
              <a:spLocks noChangeShapeType="1"/>
            </p:cNvSpPr>
            <p:nvPr/>
          </p:nvSpPr>
          <p:spPr bwMode="auto">
            <a:xfrm>
              <a:off x="-636" y="40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82" name="Text Box 411"/>
            <p:cNvSpPr txBox="1">
              <a:spLocks noChangeArrowheads="1"/>
            </p:cNvSpPr>
            <p:nvPr/>
          </p:nvSpPr>
          <p:spPr bwMode="auto">
            <a:xfrm>
              <a:off x="-806" y="1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583" name="Line 412"/>
            <p:cNvSpPr>
              <a:spLocks noChangeShapeType="1"/>
            </p:cNvSpPr>
            <p:nvPr/>
          </p:nvSpPr>
          <p:spPr bwMode="auto">
            <a:xfrm>
              <a:off x="-348" y="408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84" name="Text Box 413"/>
            <p:cNvSpPr txBox="1">
              <a:spLocks noChangeArrowheads="1"/>
            </p:cNvSpPr>
            <p:nvPr/>
          </p:nvSpPr>
          <p:spPr bwMode="auto">
            <a:xfrm>
              <a:off x="-518" y="1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sp>
        <p:nvSpPr>
          <p:cNvPr id="414" name="Rectangle 2"/>
          <p:cNvSpPr>
            <a:spLocks noChangeArrowheads="1"/>
          </p:cNvSpPr>
          <p:nvPr/>
        </p:nvSpPr>
        <p:spPr bwMode="auto">
          <a:xfrm>
            <a:off x="1737022" y="127722"/>
            <a:ext cx="5765205" cy="92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970FF3B-0C10-408E-B504-32833174C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38" y="1819256"/>
            <a:ext cx="6248400" cy="319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169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05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827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1350" y="1330424"/>
            <a:ext cx="7772400" cy="4114800"/>
          </a:xfrm>
        </p:spPr>
        <p:txBody>
          <a:bodyPr>
            <a:normAutofit/>
          </a:bodyPr>
          <a:lstStyle/>
          <a:p>
            <a:pPr marL="0" indent="0" eaLnBrk="1" hangingPunct="1">
              <a:lnSpc>
                <a:spcPts val="3000"/>
              </a:lnSpc>
              <a:spcBef>
                <a:spcPct val="0"/>
              </a:spcBef>
              <a:buNone/>
            </a:pP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La función </a:t>
            </a:r>
            <a:r>
              <a:rPr lang="es-ES_tradnl" sz="20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suma_dos</a:t>
            </a: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que recibe un arreglo de </a:t>
            </a:r>
            <a:r>
              <a:rPr lang="es-ES_tradnl" sz="20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10</a:t>
            </a: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valores enteros y le suma un dos (</a:t>
            </a:r>
            <a:r>
              <a:rPr lang="es-ES_tradnl" sz="20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) a cada una de las localidades del arreglo.</a:t>
            </a:r>
          </a:p>
          <a:p>
            <a:pPr algn="just" eaLnBrk="1" hangingPunct="1">
              <a:lnSpc>
                <a:spcPct val="90000"/>
              </a:lnSpc>
            </a:pPr>
            <a:endParaRPr lang="es-ES_tradnl" sz="12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06852" name="Group 4"/>
          <p:cNvGrpSpPr>
            <a:grpSpLocks/>
          </p:cNvGrpSpPr>
          <p:nvPr/>
        </p:nvGrpSpPr>
        <p:grpSpPr bwMode="auto">
          <a:xfrm>
            <a:off x="3354388" y="5466928"/>
            <a:ext cx="5013325" cy="900113"/>
            <a:chOff x="2458" y="3321"/>
            <a:chExt cx="3158" cy="567"/>
          </a:xfrm>
        </p:grpSpPr>
        <p:grpSp>
          <p:nvGrpSpPr>
            <p:cNvPr id="23944" name="Group 5"/>
            <p:cNvGrpSpPr>
              <a:grpSpLocks/>
            </p:cNvGrpSpPr>
            <p:nvPr/>
          </p:nvGrpSpPr>
          <p:grpSpPr bwMode="auto">
            <a:xfrm>
              <a:off x="2736" y="3336"/>
              <a:ext cx="2880" cy="288"/>
              <a:chOff x="2736" y="2688"/>
              <a:chExt cx="2880" cy="288"/>
            </a:xfrm>
          </p:grpSpPr>
          <p:sp>
            <p:nvSpPr>
              <p:cNvPr id="23956" name="Rectangle 6"/>
              <p:cNvSpPr>
                <a:spLocks noChangeArrowheads="1"/>
              </p:cNvSpPr>
              <p:nvPr/>
            </p:nvSpPr>
            <p:spPr bwMode="auto">
              <a:xfrm>
                <a:off x="2736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3957" name="Rectangle 7"/>
              <p:cNvSpPr>
                <a:spLocks noChangeArrowheads="1"/>
              </p:cNvSpPr>
              <p:nvPr/>
            </p:nvSpPr>
            <p:spPr bwMode="auto">
              <a:xfrm>
                <a:off x="3024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3958" name="Rectangle 8"/>
              <p:cNvSpPr>
                <a:spLocks noChangeArrowheads="1"/>
              </p:cNvSpPr>
              <p:nvPr/>
            </p:nvSpPr>
            <p:spPr bwMode="auto">
              <a:xfrm>
                <a:off x="3312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3959" name="Rectangle 9"/>
              <p:cNvSpPr>
                <a:spLocks noChangeArrowheads="1"/>
              </p:cNvSpPr>
              <p:nvPr/>
            </p:nvSpPr>
            <p:spPr bwMode="auto">
              <a:xfrm>
                <a:off x="3600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3960" name="Rectangle 10"/>
              <p:cNvSpPr>
                <a:spLocks noChangeArrowheads="1"/>
              </p:cNvSpPr>
              <p:nvPr/>
            </p:nvSpPr>
            <p:spPr bwMode="auto">
              <a:xfrm>
                <a:off x="3888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3961" name="Rectangle 11"/>
              <p:cNvSpPr>
                <a:spLocks noChangeArrowheads="1"/>
              </p:cNvSpPr>
              <p:nvPr/>
            </p:nvSpPr>
            <p:spPr bwMode="auto">
              <a:xfrm>
                <a:off x="4176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3962" name="Rectangle 12"/>
              <p:cNvSpPr>
                <a:spLocks noChangeArrowheads="1"/>
              </p:cNvSpPr>
              <p:nvPr/>
            </p:nvSpPr>
            <p:spPr bwMode="auto">
              <a:xfrm>
                <a:off x="4464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3963" name="Rectangle 13"/>
              <p:cNvSpPr>
                <a:spLocks noChangeArrowheads="1"/>
              </p:cNvSpPr>
              <p:nvPr/>
            </p:nvSpPr>
            <p:spPr bwMode="auto">
              <a:xfrm>
                <a:off x="5328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3964" name="Rectangle 14"/>
              <p:cNvSpPr>
                <a:spLocks noChangeArrowheads="1"/>
              </p:cNvSpPr>
              <p:nvPr/>
            </p:nvSpPr>
            <p:spPr bwMode="auto">
              <a:xfrm>
                <a:off x="4752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3965" name="Rectangle 15"/>
              <p:cNvSpPr>
                <a:spLocks noChangeArrowheads="1"/>
              </p:cNvSpPr>
              <p:nvPr/>
            </p:nvSpPr>
            <p:spPr bwMode="auto">
              <a:xfrm>
                <a:off x="5040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</p:grpSp>
        <p:sp>
          <p:nvSpPr>
            <p:cNvPr id="23945" name="Rectangle 16"/>
            <p:cNvSpPr>
              <a:spLocks noChangeArrowheads="1"/>
            </p:cNvSpPr>
            <p:nvPr/>
          </p:nvSpPr>
          <p:spPr bwMode="auto">
            <a:xfrm>
              <a:off x="2736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3946" name="Rectangle 17"/>
            <p:cNvSpPr>
              <a:spLocks noChangeArrowheads="1"/>
            </p:cNvSpPr>
            <p:nvPr/>
          </p:nvSpPr>
          <p:spPr bwMode="auto">
            <a:xfrm>
              <a:off x="3024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3947" name="Rectangle 18"/>
            <p:cNvSpPr>
              <a:spLocks noChangeArrowheads="1"/>
            </p:cNvSpPr>
            <p:nvPr/>
          </p:nvSpPr>
          <p:spPr bwMode="auto">
            <a:xfrm>
              <a:off x="3312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3948" name="Rectangle 19"/>
            <p:cNvSpPr>
              <a:spLocks noChangeArrowheads="1"/>
            </p:cNvSpPr>
            <p:nvPr/>
          </p:nvSpPr>
          <p:spPr bwMode="auto">
            <a:xfrm>
              <a:off x="3600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3949" name="Rectangle 20"/>
            <p:cNvSpPr>
              <a:spLocks noChangeArrowheads="1"/>
            </p:cNvSpPr>
            <p:nvPr/>
          </p:nvSpPr>
          <p:spPr bwMode="auto">
            <a:xfrm>
              <a:off x="3888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3950" name="Rectangle 21"/>
            <p:cNvSpPr>
              <a:spLocks noChangeArrowheads="1"/>
            </p:cNvSpPr>
            <p:nvPr/>
          </p:nvSpPr>
          <p:spPr bwMode="auto">
            <a:xfrm>
              <a:off x="4176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3951" name="Rectangle 22"/>
            <p:cNvSpPr>
              <a:spLocks noChangeArrowheads="1"/>
            </p:cNvSpPr>
            <p:nvPr/>
          </p:nvSpPr>
          <p:spPr bwMode="auto">
            <a:xfrm>
              <a:off x="4464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3952" name="Rectangle 23"/>
            <p:cNvSpPr>
              <a:spLocks noChangeArrowheads="1"/>
            </p:cNvSpPr>
            <p:nvPr/>
          </p:nvSpPr>
          <p:spPr bwMode="auto">
            <a:xfrm>
              <a:off x="5328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3953" name="Rectangle 24"/>
            <p:cNvSpPr>
              <a:spLocks noChangeArrowheads="1"/>
            </p:cNvSpPr>
            <p:nvPr/>
          </p:nvSpPr>
          <p:spPr bwMode="auto">
            <a:xfrm>
              <a:off x="4752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3954" name="Rectangle 25"/>
            <p:cNvSpPr>
              <a:spLocks noChangeArrowheads="1"/>
            </p:cNvSpPr>
            <p:nvPr/>
          </p:nvSpPr>
          <p:spPr bwMode="auto">
            <a:xfrm>
              <a:off x="5040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3955" name="Text Box 26"/>
            <p:cNvSpPr txBox="1">
              <a:spLocks noChangeArrowheads="1"/>
            </p:cNvSpPr>
            <p:nvPr/>
          </p:nvSpPr>
          <p:spPr bwMode="auto">
            <a:xfrm>
              <a:off x="2458" y="3321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</p:grpSp>
      <p:grpSp>
        <p:nvGrpSpPr>
          <p:cNvPr id="206875" name="Group 27"/>
          <p:cNvGrpSpPr>
            <a:grpSpLocks/>
          </p:cNvGrpSpPr>
          <p:nvPr/>
        </p:nvGrpSpPr>
        <p:grpSpPr bwMode="auto">
          <a:xfrm>
            <a:off x="3354388" y="4514428"/>
            <a:ext cx="5013325" cy="1847850"/>
            <a:chOff x="-1488" y="2736"/>
            <a:chExt cx="3158" cy="1164"/>
          </a:xfrm>
        </p:grpSpPr>
        <p:sp>
          <p:nvSpPr>
            <p:cNvPr id="23921" name="Rectangle 28"/>
            <p:cNvSpPr>
              <a:spLocks noChangeArrowheads="1"/>
            </p:cNvSpPr>
            <p:nvPr/>
          </p:nvSpPr>
          <p:spPr bwMode="auto">
            <a:xfrm>
              <a:off x="-1210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922" name="Rectangle 29"/>
            <p:cNvSpPr>
              <a:spLocks noChangeArrowheads="1"/>
            </p:cNvSpPr>
            <p:nvPr/>
          </p:nvSpPr>
          <p:spPr bwMode="auto">
            <a:xfrm>
              <a:off x="-922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23" name="Rectangle 30"/>
            <p:cNvSpPr>
              <a:spLocks noChangeArrowheads="1"/>
            </p:cNvSpPr>
            <p:nvPr/>
          </p:nvSpPr>
          <p:spPr bwMode="auto">
            <a:xfrm>
              <a:off x="-634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24" name="Rectangle 31"/>
            <p:cNvSpPr>
              <a:spLocks noChangeArrowheads="1"/>
            </p:cNvSpPr>
            <p:nvPr/>
          </p:nvSpPr>
          <p:spPr bwMode="auto">
            <a:xfrm>
              <a:off x="-346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25" name="Rectangle 32"/>
            <p:cNvSpPr>
              <a:spLocks noChangeArrowheads="1"/>
            </p:cNvSpPr>
            <p:nvPr/>
          </p:nvSpPr>
          <p:spPr bwMode="auto">
            <a:xfrm>
              <a:off x="-58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26" name="Rectangle 33"/>
            <p:cNvSpPr>
              <a:spLocks noChangeArrowheads="1"/>
            </p:cNvSpPr>
            <p:nvPr/>
          </p:nvSpPr>
          <p:spPr bwMode="auto">
            <a:xfrm>
              <a:off x="230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27" name="Rectangle 34"/>
            <p:cNvSpPr>
              <a:spLocks noChangeArrowheads="1"/>
            </p:cNvSpPr>
            <p:nvPr/>
          </p:nvSpPr>
          <p:spPr bwMode="auto">
            <a:xfrm>
              <a:off x="518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28" name="Rectangle 35"/>
            <p:cNvSpPr>
              <a:spLocks noChangeArrowheads="1"/>
            </p:cNvSpPr>
            <p:nvPr/>
          </p:nvSpPr>
          <p:spPr bwMode="auto">
            <a:xfrm>
              <a:off x="1382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29" name="Rectangle 36"/>
            <p:cNvSpPr>
              <a:spLocks noChangeArrowheads="1"/>
            </p:cNvSpPr>
            <p:nvPr/>
          </p:nvSpPr>
          <p:spPr bwMode="auto">
            <a:xfrm>
              <a:off x="806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30" name="Rectangle 37"/>
            <p:cNvSpPr>
              <a:spLocks noChangeArrowheads="1"/>
            </p:cNvSpPr>
            <p:nvPr/>
          </p:nvSpPr>
          <p:spPr bwMode="auto">
            <a:xfrm>
              <a:off x="1094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31" name="Rectangle 38"/>
            <p:cNvSpPr>
              <a:spLocks noChangeArrowheads="1"/>
            </p:cNvSpPr>
            <p:nvPr/>
          </p:nvSpPr>
          <p:spPr bwMode="auto">
            <a:xfrm>
              <a:off x="-1210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3932" name="Rectangle 39"/>
            <p:cNvSpPr>
              <a:spLocks noChangeArrowheads="1"/>
            </p:cNvSpPr>
            <p:nvPr/>
          </p:nvSpPr>
          <p:spPr bwMode="auto">
            <a:xfrm>
              <a:off x="-922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3933" name="Rectangle 40"/>
            <p:cNvSpPr>
              <a:spLocks noChangeArrowheads="1"/>
            </p:cNvSpPr>
            <p:nvPr/>
          </p:nvSpPr>
          <p:spPr bwMode="auto">
            <a:xfrm>
              <a:off x="-634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3934" name="Rectangle 41"/>
            <p:cNvSpPr>
              <a:spLocks noChangeArrowheads="1"/>
            </p:cNvSpPr>
            <p:nvPr/>
          </p:nvSpPr>
          <p:spPr bwMode="auto">
            <a:xfrm>
              <a:off x="-346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3935" name="Rectangle 42"/>
            <p:cNvSpPr>
              <a:spLocks noChangeArrowheads="1"/>
            </p:cNvSpPr>
            <p:nvPr/>
          </p:nvSpPr>
          <p:spPr bwMode="auto">
            <a:xfrm>
              <a:off x="-58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3936" name="Rectangle 43"/>
            <p:cNvSpPr>
              <a:spLocks noChangeArrowheads="1"/>
            </p:cNvSpPr>
            <p:nvPr/>
          </p:nvSpPr>
          <p:spPr bwMode="auto">
            <a:xfrm>
              <a:off x="230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3937" name="Rectangle 44"/>
            <p:cNvSpPr>
              <a:spLocks noChangeArrowheads="1"/>
            </p:cNvSpPr>
            <p:nvPr/>
          </p:nvSpPr>
          <p:spPr bwMode="auto">
            <a:xfrm>
              <a:off x="518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3938" name="Rectangle 45"/>
            <p:cNvSpPr>
              <a:spLocks noChangeArrowheads="1"/>
            </p:cNvSpPr>
            <p:nvPr/>
          </p:nvSpPr>
          <p:spPr bwMode="auto">
            <a:xfrm>
              <a:off x="1382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3939" name="Rectangle 46"/>
            <p:cNvSpPr>
              <a:spLocks noChangeArrowheads="1"/>
            </p:cNvSpPr>
            <p:nvPr/>
          </p:nvSpPr>
          <p:spPr bwMode="auto">
            <a:xfrm>
              <a:off x="806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3940" name="Rectangle 47"/>
            <p:cNvSpPr>
              <a:spLocks noChangeArrowheads="1"/>
            </p:cNvSpPr>
            <p:nvPr/>
          </p:nvSpPr>
          <p:spPr bwMode="auto">
            <a:xfrm>
              <a:off x="1094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3941" name="Text Box 48"/>
            <p:cNvSpPr txBox="1">
              <a:spLocks noChangeArrowheads="1"/>
            </p:cNvSpPr>
            <p:nvPr/>
          </p:nvSpPr>
          <p:spPr bwMode="auto">
            <a:xfrm>
              <a:off x="-1488" y="3333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942" name="Line 49"/>
            <p:cNvSpPr>
              <a:spLocks noChangeShapeType="1"/>
            </p:cNvSpPr>
            <p:nvPr/>
          </p:nvSpPr>
          <p:spPr bwMode="auto">
            <a:xfrm>
              <a:off x="-1066" y="2988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43" name="Text Box 50"/>
            <p:cNvSpPr txBox="1">
              <a:spLocks noChangeArrowheads="1"/>
            </p:cNvSpPr>
            <p:nvPr/>
          </p:nvSpPr>
          <p:spPr bwMode="auto">
            <a:xfrm>
              <a:off x="-1236" y="273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i=0</a:t>
              </a:r>
            </a:p>
          </p:txBody>
        </p:sp>
      </p:grpSp>
      <p:sp>
        <p:nvSpPr>
          <p:cNvPr id="23558" name="Line 51"/>
          <p:cNvSpPr>
            <a:spLocks noChangeShapeType="1"/>
          </p:cNvSpPr>
          <p:nvPr/>
        </p:nvSpPr>
        <p:spPr bwMode="auto">
          <a:xfrm>
            <a:off x="-4511675" y="2305050"/>
            <a:ext cx="0" cy="471488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  <a:headEnd type="none" w="sm" len="sm"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dirty="0"/>
          </a:p>
        </p:txBody>
      </p:sp>
      <p:grpSp>
        <p:nvGrpSpPr>
          <p:cNvPr id="206900" name="Group 52"/>
          <p:cNvGrpSpPr>
            <a:grpSpLocks/>
          </p:cNvGrpSpPr>
          <p:nvPr/>
        </p:nvGrpSpPr>
        <p:grpSpPr bwMode="auto">
          <a:xfrm>
            <a:off x="3354388" y="4514428"/>
            <a:ext cx="5013325" cy="1847850"/>
            <a:chOff x="-1248" y="1056"/>
            <a:chExt cx="3158" cy="1164"/>
          </a:xfrm>
        </p:grpSpPr>
        <p:sp>
          <p:nvSpPr>
            <p:cNvPr id="23896" name="Rectangle 53"/>
            <p:cNvSpPr>
              <a:spLocks noChangeArrowheads="1"/>
            </p:cNvSpPr>
            <p:nvPr/>
          </p:nvSpPr>
          <p:spPr bwMode="auto">
            <a:xfrm>
              <a:off x="-970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  <p:sp>
          <p:nvSpPr>
            <p:cNvPr id="23897" name="Rectangle 54"/>
            <p:cNvSpPr>
              <a:spLocks noChangeArrowheads="1"/>
            </p:cNvSpPr>
            <p:nvPr/>
          </p:nvSpPr>
          <p:spPr bwMode="auto">
            <a:xfrm>
              <a:off x="-682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898" name="Rectangle 55"/>
            <p:cNvSpPr>
              <a:spLocks noChangeArrowheads="1"/>
            </p:cNvSpPr>
            <p:nvPr/>
          </p:nvSpPr>
          <p:spPr bwMode="auto">
            <a:xfrm>
              <a:off x="-394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99" name="Rectangle 56"/>
            <p:cNvSpPr>
              <a:spLocks noChangeArrowheads="1"/>
            </p:cNvSpPr>
            <p:nvPr/>
          </p:nvSpPr>
          <p:spPr bwMode="auto">
            <a:xfrm>
              <a:off x="-106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00" name="Rectangle 57"/>
            <p:cNvSpPr>
              <a:spLocks noChangeArrowheads="1"/>
            </p:cNvSpPr>
            <p:nvPr/>
          </p:nvSpPr>
          <p:spPr bwMode="auto">
            <a:xfrm>
              <a:off x="182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01" name="Rectangle 58"/>
            <p:cNvSpPr>
              <a:spLocks noChangeArrowheads="1"/>
            </p:cNvSpPr>
            <p:nvPr/>
          </p:nvSpPr>
          <p:spPr bwMode="auto">
            <a:xfrm>
              <a:off x="470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02" name="Rectangle 59"/>
            <p:cNvSpPr>
              <a:spLocks noChangeArrowheads="1"/>
            </p:cNvSpPr>
            <p:nvPr/>
          </p:nvSpPr>
          <p:spPr bwMode="auto">
            <a:xfrm>
              <a:off x="758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03" name="Rectangle 60"/>
            <p:cNvSpPr>
              <a:spLocks noChangeArrowheads="1"/>
            </p:cNvSpPr>
            <p:nvPr/>
          </p:nvSpPr>
          <p:spPr bwMode="auto">
            <a:xfrm>
              <a:off x="1622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04" name="Rectangle 61"/>
            <p:cNvSpPr>
              <a:spLocks noChangeArrowheads="1"/>
            </p:cNvSpPr>
            <p:nvPr/>
          </p:nvSpPr>
          <p:spPr bwMode="auto">
            <a:xfrm>
              <a:off x="1046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05" name="Rectangle 62"/>
            <p:cNvSpPr>
              <a:spLocks noChangeArrowheads="1"/>
            </p:cNvSpPr>
            <p:nvPr/>
          </p:nvSpPr>
          <p:spPr bwMode="auto">
            <a:xfrm>
              <a:off x="1334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06" name="Rectangle 63"/>
            <p:cNvSpPr>
              <a:spLocks noChangeArrowheads="1"/>
            </p:cNvSpPr>
            <p:nvPr/>
          </p:nvSpPr>
          <p:spPr bwMode="auto">
            <a:xfrm>
              <a:off x="-970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  <a:endParaRPr lang="es-ES" sz="2400" b="1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  <p:sp>
          <p:nvSpPr>
            <p:cNvPr id="23907" name="Rectangle 64"/>
            <p:cNvSpPr>
              <a:spLocks noChangeArrowheads="1"/>
            </p:cNvSpPr>
            <p:nvPr/>
          </p:nvSpPr>
          <p:spPr bwMode="auto">
            <a:xfrm>
              <a:off x="-682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3908" name="Rectangle 65"/>
            <p:cNvSpPr>
              <a:spLocks noChangeArrowheads="1"/>
            </p:cNvSpPr>
            <p:nvPr/>
          </p:nvSpPr>
          <p:spPr bwMode="auto">
            <a:xfrm>
              <a:off x="-394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  <a:endParaRPr lang="es-ES" sz="2400" b="1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  <p:sp>
          <p:nvSpPr>
            <p:cNvPr id="23909" name="Rectangle 66"/>
            <p:cNvSpPr>
              <a:spLocks noChangeArrowheads="1"/>
            </p:cNvSpPr>
            <p:nvPr/>
          </p:nvSpPr>
          <p:spPr bwMode="auto">
            <a:xfrm>
              <a:off x="-106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3910" name="Rectangle 67"/>
            <p:cNvSpPr>
              <a:spLocks noChangeArrowheads="1"/>
            </p:cNvSpPr>
            <p:nvPr/>
          </p:nvSpPr>
          <p:spPr bwMode="auto">
            <a:xfrm>
              <a:off x="182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3911" name="Rectangle 68"/>
            <p:cNvSpPr>
              <a:spLocks noChangeArrowheads="1"/>
            </p:cNvSpPr>
            <p:nvPr/>
          </p:nvSpPr>
          <p:spPr bwMode="auto">
            <a:xfrm>
              <a:off x="470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3912" name="Rectangle 69"/>
            <p:cNvSpPr>
              <a:spLocks noChangeArrowheads="1"/>
            </p:cNvSpPr>
            <p:nvPr/>
          </p:nvSpPr>
          <p:spPr bwMode="auto">
            <a:xfrm>
              <a:off x="758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3913" name="Rectangle 70"/>
            <p:cNvSpPr>
              <a:spLocks noChangeArrowheads="1"/>
            </p:cNvSpPr>
            <p:nvPr/>
          </p:nvSpPr>
          <p:spPr bwMode="auto">
            <a:xfrm>
              <a:off x="1622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3914" name="Rectangle 71"/>
            <p:cNvSpPr>
              <a:spLocks noChangeArrowheads="1"/>
            </p:cNvSpPr>
            <p:nvPr/>
          </p:nvSpPr>
          <p:spPr bwMode="auto">
            <a:xfrm>
              <a:off x="1046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  <a:endParaRPr lang="es-ES" sz="2400" b="1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  <p:sp>
          <p:nvSpPr>
            <p:cNvPr id="23915" name="Rectangle 72"/>
            <p:cNvSpPr>
              <a:spLocks noChangeArrowheads="1"/>
            </p:cNvSpPr>
            <p:nvPr/>
          </p:nvSpPr>
          <p:spPr bwMode="auto">
            <a:xfrm>
              <a:off x="1334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3916" name="Text Box 73"/>
            <p:cNvSpPr txBox="1">
              <a:spLocks noChangeArrowheads="1"/>
            </p:cNvSpPr>
            <p:nvPr/>
          </p:nvSpPr>
          <p:spPr bwMode="auto">
            <a:xfrm>
              <a:off x="-1248" y="1653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917" name="Text Box 74"/>
            <p:cNvSpPr txBox="1">
              <a:spLocks noChangeArrowheads="1"/>
            </p:cNvSpPr>
            <p:nvPr/>
          </p:nvSpPr>
          <p:spPr bwMode="auto">
            <a:xfrm>
              <a:off x="-996" y="10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3918" name="Line 75"/>
            <p:cNvSpPr>
              <a:spLocks noChangeShapeType="1"/>
            </p:cNvSpPr>
            <p:nvPr/>
          </p:nvSpPr>
          <p:spPr bwMode="auto">
            <a:xfrm>
              <a:off x="-540" y="1308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19" name="Text Box 76"/>
            <p:cNvSpPr txBox="1">
              <a:spLocks noChangeArrowheads="1"/>
            </p:cNvSpPr>
            <p:nvPr/>
          </p:nvSpPr>
          <p:spPr bwMode="auto">
            <a:xfrm>
              <a:off x="-710" y="10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3920" name="Line 77"/>
            <p:cNvSpPr>
              <a:spLocks noChangeShapeType="1"/>
            </p:cNvSpPr>
            <p:nvPr/>
          </p:nvSpPr>
          <p:spPr bwMode="auto">
            <a:xfrm>
              <a:off x="-828" y="130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</p:grpSp>
      <p:grpSp>
        <p:nvGrpSpPr>
          <p:cNvPr id="206926" name="Group 78"/>
          <p:cNvGrpSpPr>
            <a:grpSpLocks/>
          </p:cNvGrpSpPr>
          <p:nvPr/>
        </p:nvGrpSpPr>
        <p:grpSpPr bwMode="auto">
          <a:xfrm>
            <a:off x="3354388" y="4514428"/>
            <a:ext cx="5105400" cy="1847850"/>
            <a:chOff x="-3504" y="2640"/>
            <a:chExt cx="3216" cy="1164"/>
          </a:xfrm>
        </p:grpSpPr>
        <p:sp>
          <p:nvSpPr>
            <p:cNvPr id="23855" name="Rectangle 79"/>
            <p:cNvSpPr>
              <a:spLocks noChangeArrowheads="1"/>
            </p:cNvSpPr>
            <p:nvPr/>
          </p:nvSpPr>
          <p:spPr bwMode="auto">
            <a:xfrm>
              <a:off x="-3226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856" name="Rectangle 80"/>
            <p:cNvSpPr>
              <a:spLocks noChangeArrowheads="1"/>
            </p:cNvSpPr>
            <p:nvPr/>
          </p:nvSpPr>
          <p:spPr bwMode="auto">
            <a:xfrm>
              <a:off x="-2938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857" name="Rectangle 81"/>
            <p:cNvSpPr>
              <a:spLocks noChangeArrowheads="1"/>
            </p:cNvSpPr>
            <p:nvPr/>
          </p:nvSpPr>
          <p:spPr bwMode="auto">
            <a:xfrm>
              <a:off x="-2650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858" name="Rectangle 82"/>
            <p:cNvSpPr>
              <a:spLocks noChangeArrowheads="1"/>
            </p:cNvSpPr>
            <p:nvPr/>
          </p:nvSpPr>
          <p:spPr bwMode="auto">
            <a:xfrm>
              <a:off x="-2362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59" name="Rectangle 83"/>
            <p:cNvSpPr>
              <a:spLocks noChangeArrowheads="1"/>
            </p:cNvSpPr>
            <p:nvPr/>
          </p:nvSpPr>
          <p:spPr bwMode="auto">
            <a:xfrm>
              <a:off x="-2074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60" name="Rectangle 84"/>
            <p:cNvSpPr>
              <a:spLocks noChangeArrowheads="1"/>
            </p:cNvSpPr>
            <p:nvPr/>
          </p:nvSpPr>
          <p:spPr bwMode="auto">
            <a:xfrm>
              <a:off x="-1786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61" name="Rectangle 85"/>
            <p:cNvSpPr>
              <a:spLocks noChangeArrowheads="1"/>
            </p:cNvSpPr>
            <p:nvPr/>
          </p:nvSpPr>
          <p:spPr bwMode="auto">
            <a:xfrm>
              <a:off x="-1498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62" name="Rectangle 86"/>
            <p:cNvSpPr>
              <a:spLocks noChangeArrowheads="1"/>
            </p:cNvSpPr>
            <p:nvPr/>
          </p:nvSpPr>
          <p:spPr bwMode="auto">
            <a:xfrm>
              <a:off x="-634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63" name="Rectangle 87"/>
            <p:cNvSpPr>
              <a:spLocks noChangeArrowheads="1"/>
            </p:cNvSpPr>
            <p:nvPr/>
          </p:nvSpPr>
          <p:spPr bwMode="auto">
            <a:xfrm>
              <a:off x="-1210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64" name="Rectangle 88"/>
            <p:cNvSpPr>
              <a:spLocks noChangeArrowheads="1"/>
            </p:cNvSpPr>
            <p:nvPr/>
          </p:nvSpPr>
          <p:spPr bwMode="auto">
            <a:xfrm>
              <a:off x="-922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65" name="Rectangle 89"/>
            <p:cNvSpPr>
              <a:spLocks noChangeArrowheads="1"/>
            </p:cNvSpPr>
            <p:nvPr/>
          </p:nvSpPr>
          <p:spPr bwMode="auto">
            <a:xfrm>
              <a:off x="-3226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3866" name="Rectangle 90"/>
            <p:cNvSpPr>
              <a:spLocks noChangeArrowheads="1"/>
            </p:cNvSpPr>
            <p:nvPr/>
          </p:nvSpPr>
          <p:spPr bwMode="auto">
            <a:xfrm>
              <a:off x="-2938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3867" name="Rectangle 91"/>
            <p:cNvSpPr>
              <a:spLocks noChangeArrowheads="1"/>
            </p:cNvSpPr>
            <p:nvPr/>
          </p:nvSpPr>
          <p:spPr bwMode="auto">
            <a:xfrm>
              <a:off x="-2650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3868" name="Rectangle 92"/>
            <p:cNvSpPr>
              <a:spLocks noChangeArrowheads="1"/>
            </p:cNvSpPr>
            <p:nvPr/>
          </p:nvSpPr>
          <p:spPr bwMode="auto">
            <a:xfrm>
              <a:off x="-2362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3869" name="Rectangle 93"/>
            <p:cNvSpPr>
              <a:spLocks noChangeArrowheads="1"/>
            </p:cNvSpPr>
            <p:nvPr/>
          </p:nvSpPr>
          <p:spPr bwMode="auto">
            <a:xfrm>
              <a:off x="-2074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3870" name="Rectangle 94"/>
            <p:cNvSpPr>
              <a:spLocks noChangeArrowheads="1"/>
            </p:cNvSpPr>
            <p:nvPr/>
          </p:nvSpPr>
          <p:spPr bwMode="auto">
            <a:xfrm>
              <a:off x="-1786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3871" name="Rectangle 95"/>
            <p:cNvSpPr>
              <a:spLocks noChangeArrowheads="1"/>
            </p:cNvSpPr>
            <p:nvPr/>
          </p:nvSpPr>
          <p:spPr bwMode="auto">
            <a:xfrm>
              <a:off x="-1498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3872" name="Rectangle 96"/>
            <p:cNvSpPr>
              <a:spLocks noChangeArrowheads="1"/>
            </p:cNvSpPr>
            <p:nvPr/>
          </p:nvSpPr>
          <p:spPr bwMode="auto">
            <a:xfrm>
              <a:off x="-634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3873" name="Rectangle 97"/>
            <p:cNvSpPr>
              <a:spLocks noChangeArrowheads="1"/>
            </p:cNvSpPr>
            <p:nvPr/>
          </p:nvSpPr>
          <p:spPr bwMode="auto">
            <a:xfrm>
              <a:off x="-1210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3874" name="Rectangle 98"/>
            <p:cNvSpPr>
              <a:spLocks noChangeArrowheads="1"/>
            </p:cNvSpPr>
            <p:nvPr/>
          </p:nvSpPr>
          <p:spPr bwMode="auto">
            <a:xfrm>
              <a:off x="-922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3875" name="Text Box 99"/>
            <p:cNvSpPr txBox="1">
              <a:spLocks noChangeArrowheads="1"/>
            </p:cNvSpPr>
            <p:nvPr/>
          </p:nvSpPr>
          <p:spPr bwMode="auto">
            <a:xfrm>
              <a:off x="-3504" y="3237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876" name="Text Box 100"/>
            <p:cNvSpPr txBox="1">
              <a:spLocks noChangeArrowheads="1"/>
            </p:cNvSpPr>
            <p:nvPr/>
          </p:nvSpPr>
          <p:spPr bwMode="auto">
            <a:xfrm>
              <a:off x="-3252" y="26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3877" name="Line 101"/>
            <p:cNvSpPr>
              <a:spLocks noChangeShapeType="1"/>
            </p:cNvSpPr>
            <p:nvPr/>
          </p:nvSpPr>
          <p:spPr bwMode="auto">
            <a:xfrm>
              <a:off x="-2796" y="289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78" name="Text Box 102"/>
            <p:cNvSpPr txBox="1">
              <a:spLocks noChangeArrowheads="1"/>
            </p:cNvSpPr>
            <p:nvPr/>
          </p:nvSpPr>
          <p:spPr bwMode="auto">
            <a:xfrm>
              <a:off x="-2966" y="26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3879" name="Line 103"/>
            <p:cNvSpPr>
              <a:spLocks noChangeShapeType="1"/>
            </p:cNvSpPr>
            <p:nvPr/>
          </p:nvSpPr>
          <p:spPr bwMode="auto">
            <a:xfrm>
              <a:off x="-3084" y="289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80" name="Line 104"/>
            <p:cNvSpPr>
              <a:spLocks noChangeShapeType="1"/>
            </p:cNvSpPr>
            <p:nvPr/>
          </p:nvSpPr>
          <p:spPr bwMode="auto">
            <a:xfrm>
              <a:off x="-2508" y="2892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81" name="Text Box 105"/>
            <p:cNvSpPr txBox="1">
              <a:spLocks noChangeArrowheads="1"/>
            </p:cNvSpPr>
            <p:nvPr/>
          </p:nvSpPr>
          <p:spPr bwMode="auto">
            <a:xfrm>
              <a:off x="-2678" y="26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3882" name="Line 106"/>
            <p:cNvSpPr>
              <a:spLocks noChangeShapeType="1"/>
            </p:cNvSpPr>
            <p:nvPr/>
          </p:nvSpPr>
          <p:spPr bwMode="auto">
            <a:xfrm>
              <a:off x="-2220" y="289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83" name="Text Box 107"/>
            <p:cNvSpPr txBox="1">
              <a:spLocks noChangeArrowheads="1"/>
            </p:cNvSpPr>
            <p:nvPr/>
          </p:nvSpPr>
          <p:spPr bwMode="auto">
            <a:xfrm>
              <a:off x="-2390" y="26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3884" name="Line 108"/>
            <p:cNvSpPr>
              <a:spLocks noChangeShapeType="1"/>
            </p:cNvSpPr>
            <p:nvPr/>
          </p:nvSpPr>
          <p:spPr bwMode="auto">
            <a:xfrm>
              <a:off x="-1932" y="289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85" name="Text Box 109"/>
            <p:cNvSpPr txBox="1">
              <a:spLocks noChangeArrowheads="1"/>
            </p:cNvSpPr>
            <p:nvPr/>
          </p:nvSpPr>
          <p:spPr bwMode="auto">
            <a:xfrm>
              <a:off x="-2102" y="2643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3886" name="Line 110"/>
            <p:cNvSpPr>
              <a:spLocks noChangeShapeType="1"/>
            </p:cNvSpPr>
            <p:nvPr/>
          </p:nvSpPr>
          <p:spPr bwMode="auto">
            <a:xfrm>
              <a:off x="-1644" y="289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87" name="Text Box 111"/>
            <p:cNvSpPr txBox="1">
              <a:spLocks noChangeArrowheads="1"/>
            </p:cNvSpPr>
            <p:nvPr/>
          </p:nvSpPr>
          <p:spPr bwMode="auto">
            <a:xfrm>
              <a:off x="-1814" y="2643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3888" name="Line 112"/>
            <p:cNvSpPr>
              <a:spLocks noChangeShapeType="1"/>
            </p:cNvSpPr>
            <p:nvPr/>
          </p:nvSpPr>
          <p:spPr bwMode="auto">
            <a:xfrm>
              <a:off x="-1356" y="289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89" name="Text Box 113"/>
            <p:cNvSpPr txBox="1">
              <a:spLocks noChangeArrowheads="1"/>
            </p:cNvSpPr>
            <p:nvPr/>
          </p:nvSpPr>
          <p:spPr bwMode="auto">
            <a:xfrm>
              <a:off x="-1526" y="2643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3890" name="Line 114"/>
            <p:cNvSpPr>
              <a:spLocks noChangeShapeType="1"/>
            </p:cNvSpPr>
            <p:nvPr/>
          </p:nvSpPr>
          <p:spPr bwMode="auto">
            <a:xfrm>
              <a:off x="-1068" y="29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91" name="Text Box 115"/>
            <p:cNvSpPr txBox="1">
              <a:spLocks noChangeArrowheads="1"/>
            </p:cNvSpPr>
            <p:nvPr/>
          </p:nvSpPr>
          <p:spPr bwMode="auto">
            <a:xfrm>
              <a:off x="-1238" y="26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3892" name="Line 116"/>
            <p:cNvSpPr>
              <a:spLocks noChangeShapeType="1"/>
            </p:cNvSpPr>
            <p:nvPr/>
          </p:nvSpPr>
          <p:spPr bwMode="auto">
            <a:xfrm>
              <a:off x="-780" y="29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93" name="Text Box 117"/>
            <p:cNvSpPr txBox="1">
              <a:spLocks noChangeArrowheads="1"/>
            </p:cNvSpPr>
            <p:nvPr/>
          </p:nvSpPr>
          <p:spPr bwMode="auto">
            <a:xfrm>
              <a:off x="-950" y="26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3894" name="Line 118"/>
            <p:cNvSpPr>
              <a:spLocks noChangeShapeType="1"/>
            </p:cNvSpPr>
            <p:nvPr/>
          </p:nvSpPr>
          <p:spPr bwMode="auto">
            <a:xfrm>
              <a:off x="-492" y="29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95" name="Text Box 119"/>
            <p:cNvSpPr txBox="1">
              <a:spLocks noChangeArrowheads="1"/>
            </p:cNvSpPr>
            <p:nvPr/>
          </p:nvSpPr>
          <p:spPr bwMode="auto">
            <a:xfrm>
              <a:off x="-662" y="26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6968" name="Group 120"/>
          <p:cNvGrpSpPr>
            <a:grpSpLocks/>
          </p:cNvGrpSpPr>
          <p:nvPr/>
        </p:nvGrpSpPr>
        <p:grpSpPr bwMode="auto">
          <a:xfrm>
            <a:off x="3354388" y="4514428"/>
            <a:ext cx="5105400" cy="1847850"/>
            <a:chOff x="-3216" y="2592"/>
            <a:chExt cx="3216" cy="1164"/>
          </a:xfrm>
        </p:grpSpPr>
        <p:sp>
          <p:nvSpPr>
            <p:cNvPr id="23814" name="Rectangle 121"/>
            <p:cNvSpPr>
              <a:spLocks noChangeArrowheads="1"/>
            </p:cNvSpPr>
            <p:nvPr/>
          </p:nvSpPr>
          <p:spPr bwMode="auto">
            <a:xfrm>
              <a:off x="-2938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815" name="Rectangle 122"/>
            <p:cNvSpPr>
              <a:spLocks noChangeArrowheads="1"/>
            </p:cNvSpPr>
            <p:nvPr/>
          </p:nvSpPr>
          <p:spPr bwMode="auto">
            <a:xfrm>
              <a:off x="-2650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816" name="Rectangle 123"/>
            <p:cNvSpPr>
              <a:spLocks noChangeArrowheads="1"/>
            </p:cNvSpPr>
            <p:nvPr/>
          </p:nvSpPr>
          <p:spPr bwMode="auto">
            <a:xfrm>
              <a:off x="-2362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817" name="Rectangle 124"/>
            <p:cNvSpPr>
              <a:spLocks noChangeArrowheads="1"/>
            </p:cNvSpPr>
            <p:nvPr/>
          </p:nvSpPr>
          <p:spPr bwMode="auto">
            <a:xfrm>
              <a:off x="-2074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818" name="Rectangle 125"/>
            <p:cNvSpPr>
              <a:spLocks noChangeArrowheads="1"/>
            </p:cNvSpPr>
            <p:nvPr/>
          </p:nvSpPr>
          <p:spPr bwMode="auto">
            <a:xfrm>
              <a:off x="-1786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19" name="Rectangle 126"/>
            <p:cNvSpPr>
              <a:spLocks noChangeArrowheads="1"/>
            </p:cNvSpPr>
            <p:nvPr/>
          </p:nvSpPr>
          <p:spPr bwMode="auto">
            <a:xfrm>
              <a:off x="-1498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20" name="Rectangle 127"/>
            <p:cNvSpPr>
              <a:spLocks noChangeArrowheads="1"/>
            </p:cNvSpPr>
            <p:nvPr/>
          </p:nvSpPr>
          <p:spPr bwMode="auto">
            <a:xfrm>
              <a:off x="-1210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21" name="Rectangle 128"/>
            <p:cNvSpPr>
              <a:spLocks noChangeArrowheads="1"/>
            </p:cNvSpPr>
            <p:nvPr/>
          </p:nvSpPr>
          <p:spPr bwMode="auto">
            <a:xfrm>
              <a:off x="-346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22" name="Rectangle 129"/>
            <p:cNvSpPr>
              <a:spLocks noChangeArrowheads="1"/>
            </p:cNvSpPr>
            <p:nvPr/>
          </p:nvSpPr>
          <p:spPr bwMode="auto">
            <a:xfrm>
              <a:off x="-922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23" name="Rectangle 130"/>
            <p:cNvSpPr>
              <a:spLocks noChangeArrowheads="1"/>
            </p:cNvSpPr>
            <p:nvPr/>
          </p:nvSpPr>
          <p:spPr bwMode="auto">
            <a:xfrm>
              <a:off x="-634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24" name="Rectangle 131"/>
            <p:cNvSpPr>
              <a:spLocks noChangeArrowheads="1"/>
            </p:cNvSpPr>
            <p:nvPr/>
          </p:nvSpPr>
          <p:spPr bwMode="auto">
            <a:xfrm>
              <a:off x="-2938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3825" name="Rectangle 132"/>
            <p:cNvSpPr>
              <a:spLocks noChangeArrowheads="1"/>
            </p:cNvSpPr>
            <p:nvPr/>
          </p:nvSpPr>
          <p:spPr bwMode="auto">
            <a:xfrm>
              <a:off x="-2650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3826" name="Rectangle 133"/>
            <p:cNvSpPr>
              <a:spLocks noChangeArrowheads="1"/>
            </p:cNvSpPr>
            <p:nvPr/>
          </p:nvSpPr>
          <p:spPr bwMode="auto">
            <a:xfrm>
              <a:off x="-2362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3827" name="Rectangle 134"/>
            <p:cNvSpPr>
              <a:spLocks noChangeArrowheads="1"/>
            </p:cNvSpPr>
            <p:nvPr/>
          </p:nvSpPr>
          <p:spPr bwMode="auto">
            <a:xfrm>
              <a:off x="-2074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3828" name="Rectangle 135"/>
            <p:cNvSpPr>
              <a:spLocks noChangeArrowheads="1"/>
            </p:cNvSpPr>
            <p:nvPr/>
          </p:nvSpPr>
          <p:spPr bwMode="auto">
            <a:xfrm>
              <a:off x="-1786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3829" name="Rectangle 136"/>
            <p:cNvSpPr>
              <a:spLocks noChangeArrowheads="1"/>
            </p:cNvSpPr>
            <p:nvPr/>
          </p:nvSpPr>
          <p:spPr bwMode="auto">
            <a:xfrm>
              <a:off x="-1498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3830" name="Rectangle 137"/>
            <p:cNvSpPr>
              <a:spLocks noChangeArrowheads="1"/>
            </p:cNvSpPr>
            <p:nvPr/>
          </p:nvSpPr>
          <p:spPr bwMode="auto">
            <a:xfrm>
              <a:off x="-1210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3831" name="Rectangle 138"/>
            <p:cNvSpPr>
              <a:spLocks noChangeArrowheads="1"/>
            </p:cNvSpPr>
            <p:nvPr/>
          </p:nvSpPr>
          <p:spPr bwMode="auto">
            <a:xfrm>
              <a:off x="-346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3832" name="Rectangle 139"/>
            <p:cNvSpPr>
              <a:spLocks noChangeArrowheads="1"/>
            </p:cNvSpPr>
            <p:nvPr/>
          </p:nvSpPr>
          <p:spPr bwMode="auto">
            <a:xfrm>
              <a:off x="-922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3833" name="Rectangle 140"/>
            <p:cNvSpPr>
              <a:spLocks noChangeArrowheads="1"/>
            </p:cNvSpPr>
            <p:nvPr/>
          </p:nvSpPr>
          <p:spPr bwMode="auto">
            <a:xfrm>
              <a:off x="-634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3834" name="Text Box 141"/>
            <p:cNvSpPr txBox="1">
              <a:spLocks noChangeArrowheads="1"/>
            </p:cNvSpPr>
            <p:nvPr/>
          </p:nvSpPr>
          <p:spPr bwMode="auto">
            <a:xfrm>
              <a:off x="-3216" y="3189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835" name="Text Box 142"/>
            <p:cNvSpPr txBox="1">
              <a:spLocks noChangeArrowheads="1"/>
            </p:cNvSpPr>
            <p:nvPr/>
          </p:nvSpPr>
          <p:spPr bwMode="auto">
            <a:xfrm>
              <a:off x="-2964" y="259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3836" name="Line 143"/>
            <p:cNvSpPr>
              <a:spLocks noChangeShapeType="1"/>
            </p:cNvSpPr>
            <p:nvPr/>
          </p:nvSpPr>
          <p:spPr bwMode="auto">
            <a:xfrm>
              <a:off x="-2508" y="284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37" name="Text Box 144"/>
            <p:cNvSpPr txBox="1">
              <a:spLocks noChangeArrowheads="1"/>
            </p:cNvSpPr>
            <p:nvPr/>
          </p:nvSpPr>
          <p:spPr bwMode="auto">
            <a:xfrm>
              <a:off x="-2678" y="259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3838" name="Line 145"/>
            <p:cNvSpPr>
              <a:spLocks noChangeShapeType="1"/>
            </p:cNvSpPr>
            <p:nvPr/>
          </p:nvSpPr>
          <p:spPr bwMode="auto">
            <a:xfrm>
              <a:off x="-2796" y="284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39" name="Line 146"/>
            <p:cNvSpPr>
              <a:spLocks noChangeShapeType="1"/>
            </p:cNvSpPr>
            <p:nvPr/>
          </p:nvSpPr>
          <p:spPr bwMode="auto">
            <a:xfrm>
              <a:off x="-2220" y="284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40" name="Text Box 147"/>
            <p:cNvSpPr txBox="1">
              <a:spLocks noChangeArrowheads="1"/>
            </p:cNvSpPr>
            <p:nvPr/>
          </p:nvSpPr>
          <p:spPr bwMode="auto">
            <a:xfrm>
              <a:off x="-2390" y="259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3841" name="Line 148"/>
            <p:cNvSpPr>
              <a:spLocks noChangeShapeType="1"/>
            </p:cNvSpPr>
            <p:nvPr/>
          </p:nvSpPr>
          <p:spPr bwMode="auto">
            <a:xfrm>
              <a:off x="-1932" y="2844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42" name="Text Box 149"/>
            <p:cNvSpPr txBox="1">
              <a:spLocks noChangeArrowheads="1"/>
            </p:cNvSpPr>
            <p:nvPr/>
          </p:nvSpPr>
          <p:spPr bwMode="auto">
            <a:xfrm>
              <a:off x="-2102" y="259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3843" name="Line 150"/>
            <p:cNvSpPr>
              <a:spLocks noChangeShapeType="1"/>
            </p:cNvSpPr>
            <p:nvPr/>
          </p:nvSpPr>
          <p:spPr bwMode="auto">
            <a:xfrm>
              <a:off x="-1644" y="284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44" name="Text Box 151"/>
            <p:cNvSpPr txBox="1">
              <a:spLocks noChangeArrowheads="1"/>
            </p:cNvSpPr>
            <p:nvPr/>
          </p:nvSpPr>
          <p:spPr bwMode="auto">
            <a:xfrm>
              <a:off x="-1814" y="259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3845" name="Line 152"/>
            <p:cNvSpPr>
              <a:spLocks noChangeShapeType="1"/>
            </p:cNvSpPr>
            <p:nvPr/>
          </p:nvSpPr>
          <p:spPr bwMode="auto">
            <a:xfrm>
              <a:off x="-1356" y="284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46" name="Text Box 153"/>
            <p:cNvSpPr txBox="1">
              <a:spLocks noChangeArrowheads="1"/>
            </p:cNvSpPr>
            <p:nvPr/>
          </p:nvSpPr>
          <p:spPr bwMode="auto">
            <a:xfrm>
              <a:off x="-1526" y="259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3847" name="Line 154"/>
            <p:cNvSpPr>
              <a:spLocks noChangeShapeType="1"/>
            </p:cNvSpPr>
            <p:nvPr/>
          </p:nvSpPr>
          <p:spPr bwMode="auto">
            <a:xfrm>
              <a:off x="-1068" y="284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48" name="Text Box 155"/>
            <p:cNvSpPr txBox="1">
              <a:spLocks noChangeArrowheads="1"/>
            </p:cNvSpPr>
            <p:nvPr/>
          </p:nvSpPr>
          <p:spPr bwMode="auto">
            <a:xfrm>
              <a:off x="-1238" y="259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3849" name="Line 156"/>
            <p:cNvSpPr>
              <a:spLocks noChangeShapeType="1"/>
            </p:cNvSpPr>
            <p:nvPr/>
          </p:nvSpPr>
          <p:spPr bwMode="auto">
            <a:xfrm>
              <a:off x="-780" y="285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50" name="Text Box 157"/>
            <p:cNvSpPr txBox="1">
              <a:spLocks noChangeArrowheads="1"/>
            </p:cNvSpPr>
            <p:nvPr/>
          </p:nvSpPr>
          <p:spPr bwMode="auto">
            <a:xfrm>
              <a:off x="-950" y="260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3851" name="Line 158"/>
            <p:cNvSpPr>
              <a:spLocks noChangeShapeType="1"/>
            </p:cNvSpPr>
            <p:nvPr/>
          </p:nvSpPr>
          <p:spPr bwMode="auto">
            <a:xfrm>
              <a:off x="-492" y="285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52" name="Text Box 159"/>
            <p:cNvSpPr txBox="1">
              <a:spLocks noChangeArrowheads="1"/>
            </p:cNvSpPr>
            <p:nvPr/>
          </p:nvSpPr>
          <p:spPr bwMode="auto">
            <a:xfrm>
              <a:off x="-662" y="260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3853" name="Line 160"/>
            <p:cNvSpPr>
              <a:spLocks noChangeShapeType="1"/>
            </p:cNvSpPr>
            <p:nvPr/>
          </p:nvSpPr>
          <p:spPr bwMode="auto">
            <a:xfrm>
              <a:off x="-204" y="285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54" name="Text Box 161"/>
            <p:cNvSpPr txBox="1">
              <a:spLocks noChangeArrowheads="1"/>
            </p:cNvSpPr>
            <p:nvPr/>
          </p:nvSpPr>
          <p:spPr bwMode="auto">
            <a:xfrm>
              <a:off x="-374" y="260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7010" name="Group 162"/>
          <p:cNvGrpSpPr>
            <a:grpSpLocks/>
          </p:cNvGrpSpPr>
          <p:nvPr/>
        </p:nvGrpSpPr>
        <p:grpSpPr bwMode="auto">
          <a:xfrm>
            <a:off x="3354388" y="4514428"/>
            <a:ext cx="5105400" cy="1847850"/>
            <a:chOff x="-3408" y="1152"/>
            <a:chExt cx="3216" cy="1164"/>
          </a:xfrm>
        </p:grpSpPr>
        <p:sp>
          <p:nvSpPr>
            <p:cNvPr id="23773" name="Rectangle 163"/>
            <p:cNvSpPr>
              <a:spLocks noChangeArrowheads="1"/>
            </p:cNvSpPr>
            <p:nvPr/>
          </p:nvSpPr>
          <p:spPr bwMode="auto">
            <a:xfrm>
              <a:off x="-3130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74" name="Rectangle 164"/>
            <p:cNvSpPr>
              <a:spLocks noChangeArrowheads="1"/>
            </p:cNvSpPr>
            <p:nvPr/>
          </p:nvSpPr>
          <p:spPr bwMode="auto">
            <a:xfrm>
              <a:off x="-2842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75" name="Rectangle 165"/>
            <p:cNvSpPr>
              <a:spLocks noChangeArrowheads="1"/>
            </p:cNvSpPr>
            <p:nvPr/>
          </p:nvSpPr>
          <p:spPr bwMode="auto">
            <a:xfrm>
              <a:off x="-2554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76" name="Rectangle 166"/>
            <p:cNvSpPr>
              <a:spLocks noChangeArrowheads="1"/>
            </p:cNvSpPr>
            <p:nvPr/>
          </p:nvSpPr>
          <p:spPr bwMode="auto">
            <a:xfrm>
              <a:off x="-2266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77" name="Rectangle 167"/>
            <p:cNvSpPr>
              <a:spLocks noChangeArrowheads="1"/>
            </p:cNvSpPr>
            <p:nvPr/>
          </p:nvSpPr>
          <p:spPr bwMode="auto">
            <a:xfrm>
              <a:off x="-1978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78" name="Rectangle 168"/>
            <p:cNvSpPr>
              <a:spLocks noChangeArrowheads="1"/>
            </p:cNvSpPr>
            <p:nvPr/>
          </p:nvSpPr>
          <p:spPr bwMode="auto">
            <a:xfrm>
              <a:off x="-1690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79" name="Rectangle 169"/>
            <p:cNvSpPr>
              <a:spLocks noChangeArrowheads="1"/>
            </p:cNvSpPr>
            <p:nvPr/>
          </p:nvSpPr>
          <p:spPr bwMode="auto">
            <a:xfrm>
              <a:off x="-1402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80" name="Rectangle 170"/>
            <p:cNvSpPr>
              <a:spLocks noChangeArrowheads="1"/>
            </p:cNvSpPr>
            <p:nvPr/>
          </p:nvSpPr>
          <p:spPr bwMode="auto">
            <a:xfrm>
              <a:off x="-538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81" name="Rectangle 171"/>
            <p:cNvSpPr>
              <a:spLocks noChangeArrowheads="1"/>
            </p:cNvSpPr>
            <p:nvPr/>
          </p:nvSpPr>
          <p:spPr bwMode="auto">
            <a:xfrm>
              <a:off x="-1114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82" name="Rectangle 172"/>
            <p:cNvSpPr>
              <a:spLocks noChangeArrowheads="1"/>
            </p:cNvSpPr>
            <p:nvPr/>
          </p:nvSpPr>
          <p:spPr bwMode="auto">
            <a:xfrm>
              <a:off x="-826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83" name="Rectangle 173"/>
            <p:cNvSpPr>
              <a:spLocks noChangeArrowheads="1"/>
            </p:cNvSpPr>
            <p:nvPr/>
          </p:nvSpPr>
          <p:spPr bwMode="auto">
            <a:xfrm>
              <a:off x="-3130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3784" name="Rectangle 174"/>
            <p:cNvSpPr>
              <a:spLocks noChangeArrowheads="1"/>
            </p:cNvSpPr>
            <p:nvPr/>
          </p:nvSpPr>
          <p:spPr bwMode="auto">
            <a:xfrm>
              <a:off x="-2842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3785" name="Rectangle 175"/>
            <p:cNvSpPr>
              <a:spLocks noChangeArrowheads="1"/>
            </p:cNvSpPr>
            <p:nvPr/>
          </p:nvSpPr>
          <p:spPr bwMode="auto">
            <a:xfrm>
              <a:off x="-2554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3786" name="Rectangle 176"/>
            <p:cNvSpPr>
              <a:spLocks noChangeArrowheads="1"/>
            </p:cNvSpPr>
            <p:nvPr/>
          </p:nvSpPr>
          <p:spPr bwMode="auto">
            <a:xfrm>
              <a:off x="-2266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3787" name="Rectangle 177"/>
            <p:cNvSpPr>
              <a:spLocks noChangeArrowheads="1"/>
            </p:cNvSpPr>
            <p:nvPr/>
          </p:nvSpPr>
          <p:spPr bwMode="auto">
            <a:xfrm>
              <a:off x="-1978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3788" name="Rectangle 178"/>
            <p:cNvSpPr>
              <a:spLocks noChangeArrowheads="1"/>
            </p:cNvSpPr>
            <p:nvPr/>
          </p:nvSpPr>
          <p:spPr bwMode="auto">
            <a:xfrm>
              <a:off x="-1690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3789" name="Rectangle 179"/>
            <p:cNvSpPr>
              <a:spLocks noChangeArrowheads="1"/>
            </p:cNvSpPr>
            <p:nvPr/>
          </p:nvSpPr>
          <p:spPr bwMode="auto">
            <a:xfrm>
              <a:off x="-1402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3790" name="Rectangle 180"/>
            <p:cNvSpPr>
              <a:spLocks noChangeArrowheads="1"/>
            </p:cNvSpPr>
            <p:nvPr/>
          </p:nvSpPr>
          <p:spPr bwMode="auto">
            <a:xfrm>
              <a:off x="-538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3791" name="Rectangle 181"/>
            <p:cNvSpPr>
              <a:spLocks noChangeArrowheads="1"/>
            </p:cNvSpPr>
            <p:nvPr/>
          </p:nvSpPr>
          <p:spPr bwMode="auto">
            <a:xfrm>
              <a:off x="-1114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3792" name="Rectangle 182"/>
            <p:cNvSpPr>
              <a:spLocks noChangeArrowheads="1"/>
            </p:cNvSpPr>
            <p:nvPr/>
          </p:nvSpPr>
          <p:spPr bwMode="auto">
            <a:xfrm>
              <a:off x="-826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3793" name="Text Box 183"/>
            <p:cNvSpPr txBox="1">
              <a:spLocks noChangeArrowheads="1"/>
            </p:cNvSpPr>
            <p:nvPr/>
          </p:nvSpPr>
          <p:spPr bwMode="auto">
            <a:xfrm>
              <a:off x="-3408" y="1749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94" name="Text Box 184"/>
            <p:cNvSpPr txBox="1">
              <a:spLocks noChangeArrowheads="1"/>
            </p:cNvSpPr>
            <p:nvPr/>
          </p:nvSpPr>
          <p:spPr bwMode="auto">
            <a:xfrm>
              <a:off x="-3156" y="11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3795" name="Line 185"/>
            <p:cNvSpPr>
              <a:spLocks noChangeShapeType="1"/>
            </p:cNvSpPr>
            <p:nvPr/>
          </p:nvSpPr>
          <p:spPr bwMode="auto">
            <a:xfrm>
              <a:off x="-2700" y="14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96" name="Text Box 186"/>
            <p:cNvSpPr txBox="1">
              <a:spLocks noChangeArrowheads="1"/>
            </p:cNvSpPr>
            <p:nvPr/>
          </p:nvSpPr>
          <p:spPr bwMode="auto">
            <a:xfrm>
              <a:off x="-2870" y="11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3797" name="Line 187"/>
            <p:cNvSpPr>
              <a:spLocks noChangeShapeType="1"/>
            </p:cNvSpPr>
            <p:nvPr/>
          </p:nvSpPr>
          <p:spPr bwMode="auto">
            <a:xfrm>
              <a:off x="-2988" y="14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98" name="Line 188"/>
            <p:cNvSpPr>
              <a:spLocks noChangeShapeType="1"/>
            </p:cNvSpPr>
            <p:nvPr/>
          </p:nvSpPr>
          <p:spPr bwMode="auto">
            <a:xfrm>
              <a:off x="-2412" y="14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99" name="Text Box 189"/>
            <p:cNvSpPr txBox="1">
              <a:spLocks noChangeArrowheads="1"/>
            </p:cNvSpPr>
            <p:nvPr/>
          </p:nvSpPr>
          <p:spPr bwMode="auto">
            <a:xfrm>
              <a:off x="-2582" y="11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3800" name="Line 190"/>
            <p:cNvSpPr>
              <a:spLocks noChangeShapeType="1"/>
            </p:cNvSpPr>
            <p:nvPr/>
          </p:nvSpPr>
          <p:spPr bwMode="auto">
            <a:xfrm>
              <a:off x="-2124" y="14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01" name="Text Box 191"/>
            <p:cNvSpPr txBox="1">
              <a:spLocks noChangeArrowheads="1"/>
            </p:cNvSpPr>
            <p:nvPr/>
          </p:nvSpPr>
          <p:spPr bwMode="auto">
            <a:xfrm>
              <a:off x="-2294" y="11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3802" name="Line 192"/>
            <p:cNvSpPr>
              <a:spLocks noChangeShapeType="1"/>
            </p:cNvSpPr>
            <p:nvPr/>
          </p:nvSpPr>
          <p:spPr bwMode="auto">
            <a:xfrm>
              <a:off x="-1836" y="1407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03" name="Text Box 193"/>
            <p:cNvSpPr txBox="1">
              <a:spLocks noChangeArrowheads="1"/>
            </p:cNvSpPr>
            <p:nvPr/>
          </p:nvSpPr>
          <p:spPr bwMode="auto">
            <a:xfrm>
              <a:off x="-2006" y="115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3804" name="Line 194"/>
            <p:cNvSpPr>
              <a:spLocks noChangeShapeType="1"/>
            </p:cNvSpPr>
            <p:nvPr/>
          </p:nvSpPr>
          <p:spPr bwMode="auto">
            <a:xfrm>
              <a:off x="-1548" y="140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05" name="Text Box 195"/>
            <p:cNvSpPr txBox="1">
              <a:spLocks noChangeArrowheads="1"/>
            </p:cNvSpPr>
            <p:nvPr/>
          </p:nvSpPr>
          <p:spPr bwMode="auto">
            <a:xfrm>
              <a:off x="-1718" y="115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3806" name="Line 196"/>
            <p:cNvSpPr>
              <a:spLocks noChangeShapeType="1"/>
            </p:cNvSpPr>
            <p:nvPr/>
          </p:nvSpPr>
          <p:spPr bwMode="auto">
            <a:xfrm>
              <a:off x="-1260" y="140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07" name="Text Box 197"/>
            <p:cNvSpPr txBox="1">
              <a:spLocks noChangeArrowheads="1"/>
            </p:cNvSpPr>
            <p:nvPr/>
          </p:nvSpPr>
          <p:spPr bwMode="auto">
            <a:xfrm>
              <a:off x="-1430" y="115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3808" name="Line 198"/>
            <p:cNvSpPr>
              <a:spLocks noChangeShapeType="1"/>
            </p:cNvSpPr>
            <p:nvPr/>
          </p:nvSpPr>
          <p:spPr bwMode="auto">
            <a:xfrm>
              <a:off x="-972" y="141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09" name="Text Box 199"/>
            <p:cNvSpPr txBox="1">
              <a:spLocks noChangeArrowheads="1"/>
            </p:cNvSpPr>
            <p:nvPr/>
          </p:nvSpPr>
          <p:spPr bwMode="auto">
            <a:xfrm>
              <a:off x="-1142" y="116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3810" name="Line 200"/>
            <p:cNvSpPr>
              <a:spLocks noChangeShapeType="1"/>
            </p:cNvSpPr>
            <p:nvPr/>
          </p:nvSpPr>
          <p:spPr bwMode="auto">
            <a:xfrm>
              <a:off x="-684" y="141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11" name="Text Box 201"/>
            <p:cNvSpPr txBox="1">
              <a:spLocks noChangeArrowheads="1"/>
            </p:cNvSpPr>
            <p:nvPr/>
          </p:nvSpPr>
          <p:spPr bwMode="auto">
            <a:xfrm>
              <a:off x="-854" y="116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3812" name="Line 202"/>
            <p:cNvSpPr>
              <a:spLocks noChangeShapeType="1"/>
            </p:cNvSpPr>
            <p:nvPr/>
          </p:nvSpPr>
          <p:spPr bwMode="auto">
            <a:xfrm>
              <a:off x="-396" y="141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13" name="Text Box 203"/>
            <p:cNvSpPr txBox="1">
              <a:spLocks noChangeArrowheads="1"/>
            </p:cNvSpPr>
            <p:nvPr/>
          </p:nvSpPr>
          <p:spPr bwMode="auto">
            <a:xfrm>
              <a:off x="-566" y="116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7052" name="Group 204"/>
          <p:cNvGrpSpPr>
            <a:grpSpLocks/>
          </p:cNvGrpSpPr>
          <p:nvPr/>
        </p:nvGrpSpPr>
        <p:grpSpPr bwMode="auto">
          <a:xfrm>
            <a:off x="3354388" y="4514428"/>
            <a:ext cx="5105400" cy="1847850"/>
            <a:chOff x="-3216" y="-240"/>
            <a:chExt cx="3216" cy="1164"/>
          </a:xfrm>
        </p:grpSpPr>
        <p:sp>
          <p:nvSpPr>
            <p:cNvPr id="23732" name="Rectangle 205"/>
            <p:cNvSpPr>
              <a:spLocks noChangeArrowheads="1"/>
            </p:cNvSpPr>
            <p:nvPr/>
          </p:nvSpPr>
          <p:spPr bwMode="auto">
            <a:xfrm>
              <a:off x="-2938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33" name="Rectangle 206"/>
            <p:cNvSpPr>
              <a:spLocks noChangeArrowheads="1"/>
            </p:cNvSpPr>
            <p:nvPr/>
          </p:nvSpPr>
          <p:spPr bwMode="auto">
            <a:xfrm>
              <a:off x="-2650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34" name="Rectangle 207"/>
            <p:cNvSpPr>
              <a:spLocks noChangeArrowheads="1"/>
            </p:cNvSpPr>
            <p:nvPr/>
          </p:nvSpPr>
          <p:spPr bwMode="auto">
            <a:xfrm>
              <a:off x="-2362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35" name="Rectangle 208"/>
            <p:cNvSpPr>
              <a:spLocks noChangeArrowheads="1"/>
            </p:cNvSpPr>
            <p:nvPr/>
          </p:nvSpPr>
          <p:spPr bwMode="auto">
            <a:xfrm>
              <a:off x="-2074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36" name="Rectangle 209"/>
            <p:cNvSpPr>
              <a:spLocks noChangeArrowheads="1"/>
            </p:cNvSpPr>
            <p:nvPr/>
          </p:nvSpPr>
          <p:spPr bwMode="auto">
            <a:xfrm>
              <a:off x="-1786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37" name="Rectangle 210"/>
            <p:cNvSpPr>
              <a:spLocks noChangeArrowheads="1"/>
            </p:cNvSpPr>
            <p:nvPr/>
          </p:nvSpPr>
          <p:spPr bwMode="auto">
            <a:xfrm>
              <a:off x="-1498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7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38" name="Rectangle 211"/>
            <p:cNvSpPr>
              <a:spLocks noChangeArrowheads="1"/>
            </p:cNvSpPr>
            <p:nvPr/>
          </p:nvSpPr>
          <p:spPr bwMode="auto">
            <a:xfrm>
              <a:off x="-1210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39" name="Rectangle 212"/>
            <p:cNvSpPr>
              <a:spLocks noChangeArrowheads="1"/>
            </p:cNvSpPr>
            <p:nvPr/>
          </p:nvSpPr>
          <p:spPr bwMode="auto">
            <a:xfrm>
              <a:off x="-346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40" name="Rectangle 213"/>
            <p:cNvSpPr>
              <a:spLocks noChangeArrowheads="1"/>
            </p:cNvSpPr>
            <p:nvPr/>
          </p:nvSpPr>
          <p:spPr bwMode="auto">
            <a:xfrm>
              <a:off x="-922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41" name="Rectangle 214"/>
            <p:cNvSpPr>
              <a:spLocks noChangeArrowheads="1"/>
            </p:cNvSpPr>
            <p:nvPr/>
          </p:nvSpPr>
          <p:spPr bwMode="auto">
            <a:xfrm>
              <a:off x="-634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42" name="Rectangle 215"/>
            <p:cNvSpPr>
              <a:spLocks noChangeArrowheads="1"/>
            </p:cNvSpPr>
            <p:nvPr/>
          </p:nvSpPr>
          <p:spPr bwMode="auto">
            <a:xfrm>
              <a:off x="-2938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3743" name="Rectangle 216"/>
            <p:cNvSpPr>
              <a:spLocks noChangeArrowheads="1"/>
            </p:cNvSpPr>
            <p:nvPr/>
          </p:nvSpPr>
          <p:spPr bwMode="auto">
            <a:xfrm>
              <a:off x="-2650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3744" name="Rectangle 217"/>
            <p:cNvSpPr>
              <a:spLocks noChangeArrowheads="1"/>
            </p:cNvSpPr>
            <p:nvPr/>
          </p:nvSpPr>
          <p:spPr bwMode="auto">
            <a:xfrm>
              <a:off x="-2362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3745" name="Rectangle 218"/>
            <p:cNvSpPr>
              <a:spLocks noChangeArrowheads="1"/>
            </p:cNvSpPr>
            <p:nvPr/>
          </p:nvSpPr>
          <p:spPr bwMode="auto">
            <a:xfrm>
              <a:off x="-2074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3746" name="Rectangle 219"/>
            <p:cNvSpPr>
              <a:spLocks noChangeArrowheads="1"/>
            </p:cNvSpPr>
            <p:nvPr/>
          </p:nvSpPr>
          <p:spPr bwMode="auto">
            <a:xfrm>
              <a:off x="-1786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3747" name="Rectangle 220"/>
            <p:cNvSpPr>
              <a:spLocks noChangeArrowheads="1"/>
            </p:cNvSpPr>
            <p:nvPr/>
          </p:nvSpPr>
          <p:spPr bwMode="auto">
            <a:xfrm>
              <a:off x="-1498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3748" name="Rectangle 221"/>
            <p:cNvSpPr>
              <a:spLocks noChangeArrowheads="1"/>
            </p:cNvSpPr>
            <p:nvPr/>
          </p:nvSpPr>
          <p:spPr bwMode="auto">
            <a:xfrm>
              <a:off x="-1210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3749" name="Rectangle 222"/>
            <p:cNvSpPr>
              <a:spLocks noChangeArrowheads="1"/>
            </p:cNvSpPr>
            <p:nvPr/>
          </p:nvSpPr>
          <p:spPr bwMode="auto">
            <a:xfrm>
              <a:off x="-346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3750" name="Rectangle 223"/>
            <p:cNvSpPr>
              <a:spLocks noChangeArrowheads="1"/>
            </p:cNvSpPr>
            <p:nvPr/>
          </p:nvSpPr>
          <p:spPr bwMode="auto">
            <a:xfrm>
              <a:off x="-922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3751" name="Rectangle 224"/>
            <p:cNvSpPr>
              <a:spLocks noChangeArrowheads="1"/>
            </p:cNvSpPr>
            <p:nvPr/>
          </p:nvSpPr>
          <p:spPr bwMode="auto">
            <a:xfrm>
              <a:off x="-634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3752" name="Text Box 225"/>
            <p:cNvSpPr txBox="1">
              <a:spLocks noChangeArrowheads="1"/>
            </p:cNvSpPr>
            <p:nvPr/>
          </p:nvSpPr>
          <p:spPr bwMode="auto">
            <a:xfrm>
              <a:off x="-3216" y="357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53" name="Text Box 226"/>
            <p:cNvSpPr txBox="1">
              <a:spLocks noChangeArrowheads="1"/>
            </p:cNvSpPr>
            <p:nvPr/>
          </p:nvSpPr>
          <p:spPr bwMode="auto">
            <a:xfrm>
              <a:off x="-2964" y="-2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3754" name="Line 227"/>
            <p:cNvSpPr>
              <a:spLocks noChangeShapeType="1"/>
            </p:cNvSpPr>
            <p:nvPr/>
          </p:nvSpPr>
          <p:spPr bwMode="auto">
            <a:xfrm>
              <a:off x="-2508" y="1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55" name="Text Box 228"/>
            <p:cNvSpPr txBox="1">
              <a:spLocks noChangeArrowheads="1"/>
            </p:cNvSpPr>
            <p:nvPr/>
          </p:nvSpPr>
          <p:spPr bwMode="auto">
            <a:xfrm>
              <a:off x="-2678" y="-2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3756" name="Line 229"/>
            <p:cNvSpPr>
              <a:spLocks noChangeShapeType="1"/>
            </p:cNvSpPr>
            <p:nvPr/>
          </p:nvSpPr>
          <p:spPr bwMode="auto">
            <a:xfrm>
              <a:off x="-2796" y="1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57" name="Line 230"/>
            <p:cNvSpPr>
              <a:spLocks noChangeShapeType="1"/>
            </p:cNvSpPr>
            <p:nvPr/>
          </p:nvSpPr>
          <p:spPr bwMode="auto">
            <a:xfrm>
              <a:off x="-2220" y="1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58" name="Text Box 231"/>
            <p:cNvSpPr txBox="1">
              <a:spLocks noChangeArrowheads="1"/>
            </p:cNvSpPr>
            <p:nvPr/>
          </p:nvSpPr>
          <p:spPr bwMode="auto">
            <a:xfrm>
              <a:off x="-2390" y="-2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3759" name="Line 232"/>
            <p:cNvSpPr>
              <a:spLocks noChangeShapeType="1"/>
            </p:cNvSpPr>
            <p:nvPr/>
          </p:nvSpPr>
          <p:spPr bwMode="auto">
            <a:xfrm>
              <a:off x="-1932" y="1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60" name="Text Box 233"/>
            <p:cNvSpPr txBox="1">
              <a:spLocks noChangeArrowheads="1"/>
            </p:cNvSpPr>
            <p:nvPr/>
          </p:nvSpPr>
          <p:spPr bwMode="auto">
            <a:xfrm>
              <a:off x="-2102" y="-2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3761" name="Line 234"/>
            <p:cNvSpPr>
              <a:spLocks noChangeShapeType="1"/>
            </p:cNvSpPr>
            <p:nvPr/>
          </p:nvSpPr>
          <p:spPr bwMode="auto">
            <a:xfrm>
              <a:off x="-1644" y="1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62" name="Text Box 235"/>
            <p:cNvSpPr txBox="1">
              <a:spLocks noChangeArrowheads="1"/>
            </p:cNvSpPr>
            <p:nvPr/>
          </p:nvSpPr>
          <p:spPr bwMode="auto">
            <a:xfrm>
              <a:off x="-1814" y="-23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3763" name="Line 236"/>
            <p:cNvSpPr>
              <a:spLocks noChangeShapeType="1"/>
            </p:cNvSpPr>
            <p:nvPr/>
          </p:nvSpPr>
          <p:spPr bwMode="auto">
            <a:xfrm>
              <a:off x="-1356" y="15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64" name="Text Box 237"/>
            <p:cNvSpPr txBox="1">
              <a:spLocks noChangeArrowheads="1"/>
            </p:cNvSpPr>
            <p:nvPr/>
          </p:nvSpPr>
          <p:spPr bwMode="auto">
            <a:xfrm>
              <a:off x="-1526" y="-23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3765" name="Line 238"/>
            <p:cNvSpPr>
              <a:spLocks noChangeShapeType="1"/>
            </p:cNvSpPr>
            <p:nvPr/>
          </p:nvSpPr>
          <p:spPr bwMode="auto">
            <a:xfrm>
              <a:off x="-1068" y="1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66" name="Text Box 239"/>
            <p:cNvSpPr txBox="1">
              <a:spLocks noChangeArrowheads="1"/>
            </p:cNvSpPr>
            <p:nvPr/>
          </p:nvSpPr>
          <p:spPr bwMode="auto">
            <a:xfrm>
              <a:off x="-1238" y="-23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3767" name="Line 240"/>
            <p:cNvSpPr>
              <a:spLocks noChangeShapeType="1"/>
            </p:cNvSpPr>
            <p:nvPr/>
          </p:nvSpPr>
          <p:spPr bwMode="auto">
            <a:xfrm>
              <a:off x="-780" y="2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68" name="Text Box 241"/>
            <p:cNvSpPr txBox="1">
              <a:spLocks noChangeArrowheads="1"/>
            </p:cNvSpPr>
            <p:nvPr/>
          </p:nvSpPr>
          <p:spPr bwMode="auto">
            <a:xfrm>
              <a:off x="-950" y="-2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3769" name="Line 242"/>
            <p:cNvSpPr>
              <a:spLocks noChangeShapeType="1"/>
            </p:cNvSpPr>
            <p:nvPr/>
          </p:nvSpPr>
          <p:spPr bwMode="auto">
            <a:xfrm>
              <a:off x="-492" y="2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70" name="Text Box 243"/>
            <p:cNvSpPr txBox="1">
              <a:spLocks noChangeArrowheads="1"/>
            </p:cNvSpPr>
            <p:nvPr/>
          </p:nvSpPr>
          <p:spPr bwMode="auto">
            <a:xfrm>
              <a:off x="-662" y="-2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3771" name="Line 244"/>
            <p:cNvSpPr>
              <a:spLocks noChangeShapeType="1"/>
            </p:cNvSpPr>
            <p:nvPr/>
          </p:nvSpPr>
          <p:spPr bwMode="auto">
            <a:xfrm>
              <a:off x="-204" y="2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72" name="Text Box 245"/>
            <p:cNvSpPr txBox="1">
              <a:spLocks noChangeArrowheads="1"/>
            </p:cNvSpPr>
            <p:nvPr/>
          </p:nvSpPr>
          <p:spPr bwMode="auto">
            <a:xfrm>
              <a:off x="-374" y="-2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7094" name="Group 246"/>
          <p:cNvGrpSpPr>
            <a:grpSpLocks/>
          </p:cNvGrpSpPr>
          <p:nvPr/>
        </p:nvGrpSpPr>
        <p:grpSpPr bwMode="auto">
          <a:xfrm>
            <a:off x="3354388" y="4514428"/>
            <a:ext cx="5105400" cy="1847850"/>
            <a:chOff x="-3360" y="2016"/>
            <a:chExt cx="3216" cy="1164"/>
          </a:xfrm>
        </p:grpSpPr>
        <p:sp>
          <p:nvSpPr>
            <p:cNvPr id="23691" name="Rectangle 247"/>
            <p:cNvSpPr>
              <a:spLocks noChangeArrowheads="1"/>
            </p:cNvSpPr>
            <p:nvPr/>
          </p:nvSpPr>
          <p:spPr bwMode="auto">
            <a:xfrm>
              <a:off x="-3082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92" name="Rectangle 248"/>
            <p:cNvSpPr>
              <a:spLocks noChangeArrowheads="1"/>
            </p:cNvSpPr>
            <p:nvPr/>
          </p:nvSpPr>
          <p:spPr bwMode="auto">
            <a:xfrm>
              <a:off x="-2794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93" name="Rectangle 249"/>
            <p:cNvSpPr>
              <a:spLocks noChangeArrowheads="1"/>
            </p:cNvSpPr>
            <p:nvPr/>
          </p:nvSpPr>
          <p:spPr bwMode="auto">
            <a:xfrm>
              <a:off x="-2506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94" name="Rectangle 250"/>
            <p:cNvSpPr>
              <a:spLocks noChangeArrowheads="1"/>
            </p:cNvSpPr>
            <p:nvPr/>
          </p:nvSpPr>
          <p:spPr bwMode="auto">
            <a:xfrm>
              <a:off x="-2218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95" name="Rectangle 251"/>
            <p:cNvSpPr>
              <a:spLocks noChangeArrowheads="1"/>
            </p:cNvSpPr>
            <p:nvPr/>
          </p:nvSpPr>
          <p:spPr bwMode="auto">
            <a:xfrm>
              <a:off x="-1930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96" name="Rectangle 252"/>
            <p:cNvSpPr>
              <a:spLocks noChangeArrowheads="1"/>
            </p:cNvSpPr>
            <p:nvPr/>
          </p:nvSpPr>
          <p:spPr bwMode="auto">
            <a:xfrm>
              <a:off x="-1642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7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97" name="Rectangle 253"/>
            <p:cNvSpPr>
              <a:spLocks noChangeArrowheads="1"/>
            </p:cNvSpPr>
            <p:nvPr/>
          </p:nvSpPr>
          <p:spPr bwMode="auto">
            <a:xfrm>
              <a:off x="-1354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8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98" name="Rectangle 254"/>
            <p:cNvSpPr>
              <a:spLocks noChangeArrowheads="1"/>
            </p:cNvSpPr>
            <p:nvPr/>
          </p:nvSpPr>
          <p:spPr bwMode="auto">
            <a:xfrm>
              <a:off x="-490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99" name="Rectangle 255"/>
            <p:cNvSpPr>
              <a:spLocks noChangeArrowheads="1"/>
            </p:cNvSpPr>
            <p:nvPr/>
          </p:nvSpPr>
          <p:spPr bwMode="auto">
            <a:xfrm>
              <a:off x="-1066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00" name="Rectangle 256"/>
            <p:cNvSpPr>
              <a:spLocks noChangeArrowheads="1"/>
            </p:cNvSpPr>
            <p:nvPr/>
          </p:nvSpPr>
          <p:spPr bwMode="auto">
            <a:xfrm>
              <a:off x="-778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01" name="Rectangle 257"/>
            <p:cNvSpPr>
              <a:spLocks noChangeArrowheads="1"/>
            </p:cNvSpPr>
            <p:nvPr/>
          </p:nvSpPr>
          <p:spPr bwMode="auto">
            <a:xfrm>
              <a:off x="-3082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3702" name="Rectangle 258"/>
            <p:cNvSpPr>
              <a:spLocks noChangeArrowheads="1"/>
            </p:cNvSpPr>
            <p:nvPr/>
          </p:nvSpPr>
          <p:spPr bwMode="auto">
            <a:xfrm>
              <a:off x="-2794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3703" name="Rectangle 259"/>
            <p:cNvSpPr>
              <a:spLocks noChangeArrowheads="1"/>
            </p:cNvSpPr>
            <p:nvPr/>
          </p:nvSpPr>
          <p:spPr bwMode="auto">
            <a:xfrm>
              <a:off x="-2506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3704" name="Rectangle 260"/>
            <p:cNvSpPr>
              <a:spLocks noChangeArrowheads="1"/>
            </p:cNvSpPr>
            <p:nvPr/>
          </p:nvSpPr>
          <p:spPr bwMode="auto">
            <a:xfrm>
              <a:off x="-2218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3705" name="Rectangle 261"/>
            <p:cNvSpPr>
              <a:spLocks noChangeArrowheads="1"/>
            </p:cNvSpPr>
            <p:nvPr/>
          </p:nvSpPr>
          <p:spPr bwMode="auto">
            <a:xfrm>
              <a:off x="-1930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3706" name="Rectangle 262"/>
            <p:cNvSpPr>
              <a:spLocks noChangeArrowheads="1"/>
            </p:cNvSpPr>
            <p:nvPr/>
          </p:nvSpPr>
          <p:spPr bwMode="auto">
            <a:xfrm>
              <a:off x="-1642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3707" name="Rectangle 263"/>
            <p:cNvSpPr>
              <a:spLocks noChangeArrowheads="1"/>
            </p:cNvSpPr>
            <p:nvPr/>
          </p:nvSpPr>
          <p:spPr bwMode="auto">
            <a:xfrm>
              <a:off x="-1354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3708" name="Rectangle 264"/>
            <p:cNvSpPr>
              <a:spLocks noChangeArrowheads="1"/>
            </p:cNvSpPr>
            <p:nvPr/>
          </p:nvSpPr>
          <p:spPr bwMode="auto">
            <a:xfrm>
              <a:off x="-490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3709" name="Rectangle 265"/>
            <p:cNvSpPr>
              <a:spLocks noChangeArrowheads="1"/>
            </p:cNvSpPr>
            <p:nvPr/>
          </p:nvSpPr>
          <p:spPr bwMode="auto">
            <a:xfrm>
              <a:off x="-1066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3710" name="Rectangle 266"/>
            <p:cNvSpPr>
              <a:spLocks noChangeArrowheads="1"/>
            </p:cNvSpPr>
            <p:nvPr/>
          </p:nvSpPr>
          <p:spPr bwMode="auto">
            <a:xfrm>
              <a:off x="-778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3711" name="Text Box 267"/>
            <p:cNvSpPr txBox="1">
              <a:spLocks noChangeArrowheads="1"/>
            </p:cNvSpPr>
            <p:nvPr/>
          </p:nvSpPr>
          <p:spPr bwMode="auto">
            <a:xfrm>
              <a:off x="-3360" y="2613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12" name="Text Box 268"/>
            <p:cNvSpPr txBox="1">
              <a:spLocks noChangeArrowheads="1"/>
            </p:cNvSpPr>
            <p:nvPr/>
          </p:nvSpPr>
          <p:spPr bwMode="auto">
            <a:xfrm>
              <a:off x="-3108" y="201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3713" name="Line 269"/>
            <p:cNvSpPr>
              <a:spLocks noChangeShapeType="1"/>
            </p:cNvSpPr>
            <p:nvPr/>
          </p:nvSpPr>
          <p:spPr bwMode="auto">
            <a:xfrm>
              <a:off x="-2652" y="226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14" name="Text Box 270"/>
            <p:cNvSpPr txBox="1">
              <a:spLocks noChangeArrowheads="1"/>
            </p:cNvSpPr>
            <p:nvPr/>
          </p:nvSpPr>
          <p:spPr bwMode="auto">
            <a:xfrm>
              <a:off x="-2822" y="201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3715" name="Line 271"/>
            <p:cNvSpPr>
              <a:spLocks noChangeShapeType="1"/>
            </p:cNvSpPr>
            <p:nvPr/>
          </p:nvSpPr>
          <p:spPr bwMode="auto">
            <a:xfrm>
              <a:off x="-2940" y="226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16" name="Line 272"/>
            <p:cNvSpPr>
              <a:spLocks noChangeShapeType="1"/>
            </p:cNvSpPr>
            <p:nvPr/>
          </p:nvSpPr>
          <p:spPr bwMode="auto">
            <a:xfrm>
              <a:off x="-2364" y="226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17" name="Text Box 273"/>
            <p:cNvSpPr txBox="1">
              <a:spLocks noChangeArrowheads="1"/>
            </p:cNvSpPr>
            <p:nvPr/>
          </p:nvSpPr>
          <p:spPr bwMode="auto">
            <a:xfrm>
              <a:off x="-2534" y="201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3718" name="Line 274"/>
            <p:cNvSpPr>
              <a:spLocks noChangeShapeType="1"/>
            </p:cNvSpPr>
            <p:nvPr/>
          </p:nvSpPr>
          <p:spPr bwMode="auto">
            <a:xfrm>
              <a:off x="-2076" y="226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19" name="Text Box 275"/>
            <p:cNvSpPr txBox="1">
              <a:spLocks noChangeArrowheads="1"/>
            </p:cNvSpPr>
            <p:nvPr/>
          </p:nvSpPr>
          <p:spPr bwMode="auto">
            <a:xfrm>
              <a:off x="-2246" y="201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3720" name="Line 276"/>
            <p:cNvSpPr>
              <a:spLocks noChangeShapeType="1"/>
            </p:cNvSpPr>
            <p:nvPr/>
          </p:nvSpPr>
          <p:spPr bwMode="auto">
            <a:xfrm>
              <a:off x="-1788" y="2271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21" name="Text Box 277"/>
            <p:cNvSpPr txBox="1">
              <a:spLocks noChangeArrowheads="1"/>
            </p:cNvSpPr>
            <p:nvPr/>
          </p:nvSpPr>
          <p:spPr bwMode="auto">
            <a:xfrm>
              <a:off x="-1958" y="2019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3722" name="Line 278"/>
            <p:cNvSpPr>
              <a:spLocks noChangeShapeType="1"/>
            </p:cNvSpPr>
            <p:nvPr/>
          </p:nvSpPr>
          <p:spPr bwMode="auto">
            <a:xfrm>
              <a:off x="-1500" y="2271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23" name="Text Box 279"/>
            <p:cNvSpPr txBox="1">
              <a:spLocks noChangeArrowheads="1"/>
            </p:cNvSpPr>
            <p:nvPr/>
          </p:nvSpPr>
          <p:spPr bwMode="auto">
            <a:xfrm>
              <a:off x="-1670" y="2019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3724" name="Line 280"/>
            <p:cNvSpPr>
              <a:spLocks noChangeShapeType="1"/>
            </p:cNvSpPr>
            <p:nvPr/>
          </p:nvSpPr>
          <p:spPr bwMode="auto">
            <a:xfrm>
              <a:off x="-1212" y="2271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25" name="Text Box 281"/>
            <p:cNvSpPr txBox="1">
              <a:spLocks noChangeArrowheads="1"/>
            </p:cNvSpPr>
            <p:nvPr/>
          </p:nvSpPr>
          <p:spPr bwMode="auto">
            <a:xfrm>
              <a:off x="-1382" y="2019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3726" name="Line 282"/>
            <p:cNvSpPr>
              <a:spLocks noChangeShapeType="1"/>
            </p:cNvSpPr>
            <p:nvPr/>
          </p:nvSpPr>
          <p:spPr bwMode="auto">
            <a:xfrm>
              <a:off x="-924" y="2280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27" name="Text Box 283"/>
            <p:cNvSpPr txBox="1">
              <a:spLocks noChangeArrowheads="1"/>
            </p:cNvSpPr>
            <p:nvPr/>
          </p:nvSpPr>
          <p:spPr bwMode="auto">
            <a:xfrm>
              <a:off x="-1094" y="20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3728" name="Line 284"/>
            <p:cNvSpPr>
              <a:spLocks noChangeShapeType="1"/>
            </p:cNvSpPr>
            <p:nvPr/>
          </p:nvSpPr>
          <p:spPr bwMode="auto">
            <a:xfrm>
              <a:off x="-636" y="2280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29" name="Text Box 285"/>
            <p:cNvSpPr txBox="1">
              <a:spLocks noChangeArrowheads="1"/>
            </p:cNvSpPr>
            <p:nvPr/>
          </p:nvSpPr>
          <p:spPr bwMode="auto">
            <a:xfrm>
              <a:off x="-806" y="20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3730" name="Line 286"/>
            <p:cNvSpPr>
              <a:spLocks noChangeShapeType="1"/>
            </p:cNvSpPr>
            <p:nvPr/>
          </p:nvSpPr>
          <p:spPr bwMode="auto">
            <a:xfrm>
              <a:off x="-348" y="2280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31" name="Text Box 287"/>
            <p:cNvSpPr txBox="1">
              <a:spLocks noChangeArrowheads="1"/>
            </p:cNvSpPr>
            <p:nvPr/>
          </p:nvSpPr>
          <p:spPr bwMode="auto">
            <a:xfrm>
              <a:off x="-518" y="20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7136" name="Group 288"/>
          <p:cNvGrpSpPr>
            <a:grpSpLocks/>
          </p:cNvGrpSpPr>
          <p:nvPr/>
        </p:nvGrpSpPr>
        <p:grpSpPr bwMode="auto">
          <a:xfrm>
            <a:off x="3354388" y="4514428"/>
            <a:ext cx="5105400" cy="1847850"/>
            <a:chOff x="-3216" y="384"/>
            <a:chExt cx="3216" cy="1164"/>
          </a:xfrm>
        </p:grpSpPr>
        <p:sp>
          <p:nvSpPr>
            <p:cNvPr id="23650" name="Rectangle 289"/>
            <p:cNvSpPr>
              <a:spLocks noChangeArrowheads="1"/>
            </p:cNvSpPr>
            <p:nvPr/>
          </p:nvSpPr>
          <p:spPr bwMode="auto">
            <a:xfrm>
              <a:off x="-2938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51" name="Rectangle 290"/>
            <p:cNvSpPr>
              <a:spLocks noChangeArrowheads="1"/>
            </p:cNvSpPr>
            <p:nvPr/>
          </p:nvSpPr>
          <p:spPr bwMode="auto">
            <a:xfrm>
              <a:off x="-2650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52" name="Rectangle 291"/>
            <p:cNvSpPr>
              <a:spLocks noChangeArrowheads="1"/>
            </p:cNvSpPr>
            <p:nvPr/>
          </p:nvSpPr>
          <p:spPr bwMode="auto">
            <a:xfrm>
              <a:off x="-2362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53" name="Rectangle 292"/>
            <p:cNvSpPr>
              <a:spLocks noChangeArrowheads="1"/>
            </p:cNvSpPr>
            <p:nvPr/>
          </p:nvSpPr>
          <p:spPr bwMode="auto">
            <a:xfrm>
              <a:off x="-2074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54" name="Rectangle 293"/>
            <p:cNvSpPr>
              <a:spLocks noChangeArrowheads="1"/>
            </p:cNvSpPr>
            <p:nvPr/>
          </p:nvSpPr>
          <p:spPr bwMode="auto">
            <a:xfrm>
              <a:off x="-1786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55" name="Rectangle 294"/>
            <p:cNvSpPr>
              <a:spLocks noChangeArrowheads="1"/>
            </p:cNvSpPr>
            <p:nvPr/>
          </p:nvSpPr>
          <p:spPr bwMode="auto">
            <a:xfrm>
              <a:off x="-1498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7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56" name="Rectangle 295"/>
            <p:cNvSpPr>
              <a:spLocks noChangeArrowheads="1"/>
            </p:cNvSpPr>
            <p:nvPr/>
          </p:nvSpPr>
          <p:spPr bwMode="auto">
            <a:xfrm>
              <a:off x="-1210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8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57" name="Rectangle 296"/>
            <p:cNvSpPr>
              <a:spLocks noChangeArrowheads="1"/>
            </p:cNvSpPr>
            <p:nvPr/>
          </p:nvSpPr>
          <p:spPr bwMode="auto">
            <a:xfrm>
              <a:off x="-346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58" name="Rectangle 297"/>
            <p:cNvSpPr>
              <a:spLocks noChangeArrowheads="1"/>
            </p:cNvSpPr>
            <p:nvPr/>
          </p:nvSpPr>
          <p:spPr bwMode="auto">
            <a:xfrm>
              <a:off x="-922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9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59" name="Rectangle 298"/>
            <p:cNvSpPr>
              <a:spLocks noChangeArrowheads="1"/>
            </p:cNvSpPr>
            <p:nvPr/>
          </p:nvSpPr>
          <p:spPr bwMode="auto">
            <a:xfrm>
              <a:off x="-634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60" name="Rectangle 299"/>
            <p:cNvSpPr>
              <a:spLocks noChangeArrowheads="1"/>
            </p:cNvSpPr>
            <p:nvPr/>
          </p:nvSpPr>
          <p:spPr bwMode="auto">
            <a:xfrm>
              <a:off x="-2938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3661" name="Rectangle 300"/>
            <p:cNvSpPr>
              <a:spLocks noChangeArrowheads="1"/>
            </p:cNvSpPr>
            <p:nvPr/>
          </p:nvSpPr>
          <p:spPr bwMode="auto">
            <a:xfrm>
              <a:off x="-2650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3662" name="Rectangle 301"/>
            <p:cNvSpPr>
              <a:spLocks noChangeArrowheads="1"/>
            </p:cNvSpPr>
            <p:nvPr/>
          </p:nvSpPr>
          <p:spPr bwMode="auto">
            <a:xfrm>
              <a:off x="-2362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3663" name="Rectangle 302"/>
            <p:cNvSpPr>
              <a:spLocks noChangeArrowheads="1"/>
            </p:cNvSpPr>
            <p:nvPr/>
          </p:nvSpPr>
          <p:spPr bwMode="auto">
            <a:xfrm>
              <a:off x="-2074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3664" name="Rectangle 303"/>
            <p:cNvSpPr>
              <a:spLocks noChangeArrowheads="1"/>
            </p:cNvSpPr>
            <p:nvPr/>
          </p:nvSpPr>
          <p:spPr bwMode="auto">
            <a:xfrm>
              <a:off x="-1786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3665" name="Rectangle 304"/>
            <p:cNvSpPr>
              <a:spLocks noChangeArrowheads="1"/>
            </p:cNvSpPr>
            <p:nvPr/>
          </p:nvSpPr>
          <p:spPr bwMode="auto">
            <a:xfrm>
              <a:off x="-1498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3666" name="Rectangle 305"/>
            <p:cNvSpPr>
              <a:spLocks noChangeArrowheads="1"/>
            </p:cNvSpPr>
            <p:nvPr/>
          </p:nvSpPr>
          <p:spPr bwMode="auto">
            <a:xfrm>
              <a:off x="-1210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3667" name="Rectangle 306"/>
            <p:cNvSpPr>
              <a:spLocks noChangeArrowheads="1"/>
            </p:cNvSpPr>
            <p:nvPr/>
          </p:nvSpPr>
          <p:spPr bwMode="auto">
            <a:xfrm>
              <a:off x="-346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3668" name="Rectangle 307"/>
            <p:cNvSpPr>
              <a:spLocks noChangeArrowheads="1"/>
            </p:cNvSpPr>
            <p:nvPr/>
          </p:nvSpPr>
          <p:spPr bwMode="auto">
            <a:xfrm>
              <a:off x="-922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3669" name="Rectangle 308"/>
            <p:cNvSpPr>
              <a:spLocks noChangeArrowheads="1"/>
            </p:cNvSpPr>
            <p:nvPr/>
          </p:nvSpPr>
          <p:spPr bwMode="auto">
            <a:xfrm>
              <a:off x="-634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3670" name="Text Box 309"/>
            <p:cNvSpPr txBox="1">
              <a:spLocks noChangeArrowheads="1"/>
            </p:cNvSpPr>
            <p:nvPr/>
          </p:nvSpPr>
          <p:spPr bwMode="auto">
            <a:xfrm>
              <a:off x="-3216" y="981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71" name="Text Box 310"/>
            <p:cNvSpPr txBox="1">
              <a:spLocks noChangeArrowheads="1"/>
            </p:cNvSpPr>
            <p:nvPr/>
          </p:nvSpPr>
          <p:spPr bwMode="auto">
            <a:xfrm>
              <a:off x="-2964" y="38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3672" name="Line 311"/>
            <p:cNvSpPr>
              <a:spLocks noChangeShapeType="1"/>
            </p:cNvSpPr>
            <p:nvPr/>
          </p:nvSpPr>
          <p:spPr bwMode="auto">
            <a:xfrm>
              <a:off x="-2508" y="63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73" name="Text Box 312"/>
            <p:cNvSpPr txBox="1">
              <a:spLocks noChangeArrowheads="1"/>
            </p:cNvSpPr>
            <p:nvPr/>
          </p:nvSpPr>
          <p:spPr bwMode="auto">
            <a:xfrm>
              <a:off x="-2678" y="38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3674" name="Line 313"/>
            <p:cNvSpPr>
              <a:spLocks noChangeShapeType="1"/>
            </p:cNvSpPr>
            <p:nvPr/>
          </p:nvSpPr>
          <p:spPr bwMode="auto">
            <a:xfrm>
              <a:off x="-2796" y="63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75" name="Line 314"/>
            <p:cNvSpPr>
              <a:spLocks noChangeShapeType="1"/>
            </p:cNvSpPr>
            <p:nvPr/>
          </p:nvSpPr>
          <p:spPr bwMode="auto">
            <a:xfrm>
              <a:off x="-2220" y="63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76" name="Text Box 315"/>
            <p:cNvSpPr txBox="1">
              <a:spLocks noChangeArrowheads="1"/>
            </p:cNvSpPr>
            <p:nvPr/>
          </p:nvSpPr>
          <p:spPr bwMode="auto">
            <a:xfrm>
              <a:off x="-2390" y="38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3677" name="Line 316"/>
            <p:cNvSpPr>
              <a:spLocks noChangeShapeType="1"/>
            </p:cNvSpPr>
            <p:nvPr/>
          </p:nvSpPr>
          <p:spPr bwMode="auto">
            <a:xfrm>
              <a:off x="-1932" y="63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78" name="Text Box 317"/>
            <p:cNvSpPr txBox="1">
              <a:spLocks noChangeArrowheads="1"/>
            </p:cNvSpPr>
            <p:nvPr/>
          </p:nvSpPr>
          <p:spPr bwMode="auto">
            <a:xfrm>
              <a:off x="-2102" y="38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3679" name="Line 318"/>
            <p:cNvSpPr>
              <a:spLocks noChangeShapeType="1"/>
            </p:cNvSpPr>
            <p:nvPr/>
          </p:nvSpPr>
          <p:spPr bwMode="auto">
            <a:xfrm>
              <a:off x="-1644" y="63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80" name="Text Box 319"/>
            <p:cNvSpPr txBox="1">
              <a:spLocks noChangeArrowheads="1"/>
            </p:cNvSpPr>
            <p:nvPr/>
          </p:nvSpPr>
          <p:spPr bwMode="auto">
            <a:xfrm>
              <a:off x="-1814" y="38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3681" name="Line 320"/>
            <p:cNvSpPr>
              <a:spLocks noChangeShapeType="1"/>
            </p:cNvSpPr>
            <p:nvPr/>
          </p:nvSpPr>
          <p:spPr bwMode="auto">
            <a:xfrm>
              <a:off x="-1356" y="63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82" name="Text Box 321"/>
            <p:cNvSpPr txBox="1">
              <a:spLocks noChangeArrowheads="1"/>
            </p:cNvSpPr>
            <p:nvPr/>
          </p:nvSpPr>
          <p:spPr bwMode="auto">
            <a:xfrm>
              <a:off x="-1526" y="38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3683" name="Line 322"/>
            <p:cNvSpPr>
              <a:spLocks noChangeShapeType="1"/>
            </p:cNvSpPr>
            <p:nvPr/>
          </p:nvSpPr>
          <p:spPr bwMode="auto">
            <a:xfrm>
              <a:off x="-1068" y="63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84" name="Text Box 323"/>
            <p:cNvSpPr txBox="1">
              <a:spLocks noChangeArrowheads="1"/>
            </p:cNvSpPr>
            <p:nvPr/>
          </p:nvSpPr>
          <p:spPr bwMode="auto">
            <a:xfrm>
              <a:off x="-1238" y="38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3685" name="Line 324"/>
            <p:cNvSpPr>
              <a:spLocks noChangeShapeType="1"/>
            </p:cNvSpPr>
            <p:nvPr/>
          </p:nvSpPr>
          <p:spPr bwMode="auto">
            <a:xfrm>
              <a:off x="-780" y="648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86" name="Text Box 325"/>
            <p:cNvSpPr txBox="1">
              <a:spLocks noChangeArrowheads="1"/>
            </p:cNvSpPr>
            <p:nvPr/>
          </p:nvSpPr>
          <p:spPr bwMode="auto">
            <a:xfrm>
              <a:off x="-950" y="39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3687" name="Line 326"/>
            <p:cNvSpPr>
              <a:spLocks noChangeShapeType="1"/>
            </p:cNvSpPr>
            <p:nvPr/>
          </p:nvSpPr>
          <p:spPr bwMode="auto">
            <a:xfrm>
              <a:off x="-492" y="64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88" name="Text Box 327"/>
            <p:cNvSpPr txBox="1">
              <a:spLocks noChangeArrowheads="1"/>
            </p:cNvSpPr>
            <p:nvPr/>
          </p:nvSpPr>
          <p:spPr bwMode="auto">
            <a:xfrm>
              <a:off x="-662" y="39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3689" name="Line 328"/>
            <p:cNvSpPr>
              <a:spLocks noChangeShapeType="1"/>
            </p:cNvSpPr>
            <p:nvPr/>
          </p:nvSpPr>
          <p:spPr bwMode="auto">
            <a:xfrm>
              <a:off x="-204" y="64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90" name="Text Box 329"/>
            <p:cNvSpPr txBox="1">
              <a:spLocks noChangeArrowheads="1"/>
            </p:cNvSpPr>
            <p:nvPr/>
          </p:nvSpPr>
          <p:spPr bwMode="auto">
            <a:xfrm>
              <a:off x="-374" y="39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7178" name="Group 330"/>
          <p:cNvGrpSpPr>
            <a:grpSpLocks/>
          </p:cNvGrpSpPr>
          <p:nvPr/>
        </p:nvGrpSpPr>
        <p:grpSpPr bwMode="auto">
          <a:xfrm>
            <a:off x="3354388" y="4514428"/>
            <a:ext cx="5105400" cy="1847850"/>
            <a:chOff x="-3216" y="432"/>
            <a:chExt cx="3216" cy="1164"/>
          </a:xfrm>
        </p:grpSpPr>
        <p:sp>
          <p:nvSpPr>
            <p:cNvPr id="23609" name="Rectangle 331"/>
            <p:cNvSpPr>
              <a:spLocks noChangeArrowheads="1"/>
            </p:cNvSpPr>
            <p:nvPr/>
          </p:nvSpPr>
          <p:spPr bwMode="auto">
            <a:xfrm>
              <a:off x="-2938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10" name="Rectangle 332"/>
            <p:cNvSpPr>
              <a:spLocks noChangeArrowheads="1"/>
            </p:cNvSpPr>
            <p:nvPr/>
          </p:nvSpPr>
          <p:spPr bwMode="auto">
            <a:xfrm>
              <a:off x="-2650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11" name="Rectangle 333"/>
            <p:cNvSpPr>
              <a:spLocks noChangeArrowheads="1"/>
            </p:cNvSpPr>
            <p:nvPr/>
          </p:nvSpPr>
          <p:spPr bwMode="auto">
            <a:xfrm>
              <a:off x="-2362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12" name="Rectangle 334"/>
            <p:cNvSpPr>
              <a:spLocks noChangeArrowheads="1"/>
            </p:cNvSpPr>
            <p:nvPr/>
          </p:nvSpPr>
          <p:spPr bwMode="auto">
            <a:xfrm>
              <a:off x="-2074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13" name="Rectangle 335"/>
            <p:cNvSpPr>
              <a:spLocks noChangeArrowheads="1"/>
            </p:cNvSpPr>
            <p:nvPr/>
          </p:nvSpPr>
          <p:spPr bwMode="auto">
            <a:xfrm>
              <a:off x="-1786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14" name="Rectangle 336"/>
            <p:cNvSpPr>
              <a:spLocks noChangeArrowheads="1"/>
            </p:cNvSpPr>
            <p:nvPr/>
          </p:nvSpPr>
          <p:spPr bwMode="auto">
            <a:xfrm>
              <a:off x="-1498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7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15" name="Rectangle 337"/>
            <p:cNvSpPr>
              <a:spLocks noChangeArrowheads="1"/>
            </p:cNvSpPr>
            <p:nvPr/>
          </p:nvSpPr>
          <p:spPr bwMode="auto">
            <a:xfrm>
              <a:off x="-1210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8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16" name="Rectangle 338"/>
            <p:cNvSpPr>
              <a:spLocks noChangeArrowheads="1"/>
            </p:cNvSpPr>
            <p:nvPr/>
          </p:nvSpPr>
          <p:spPr bwMode="auto">
            <a:xfrm>
              <a:off x="-346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17" name="Rectangle 339"/>
            <p:cNvSpPr>
              <a:spLocks noChangeArrowheads="1"/>
            </p:cNvSpPr>
            <p:nvPr/>
          </p:nvSpPr>
          <p:spPr bwMode="auto">
            <a:xfrm>
              <a:off x="-922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9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18" name="Rectangle 340"/>
            <p:cNvSpPr>
              <a:spLocks noChangeArrowheads="1"/>
            </p:cNvSpPr>
            <p:nvPr/>
          </p:nvSpPr>
          <p:spPr bwMode="auto">
            <a:xfrm>
              <a:off x="-634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19" name="Rectangle 341"/>
            <p:cNvSpPr>
              <a:spLocks noChangeArrowheads="1"/>
            </p:cNvSpPr>
            <p:nvPr/>
          </p:nvSpPr>
          <p:spPr bwMode="auto">
            <a:xfrm>
              <a:off x="-2938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3620" name="Rectangle 342"/>
            <p:cNvSpPr>
              <a:spLocks noChangeArrowheads="1"/>
            </p:cNvSpPr>
            <p:nvPr/>
          </p:nvSpPr>
          <p:spPr bwMode="auto">
            <a:xfrm>
              <a:off x="-2650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3621" name="Rectangle 343"/>
            <p:cNvSpPr>
              <a:spLocks noChangeArrowheads="1"/>
            </p:cNvSpPr>
            <p:nvPr/>
          </p:nvSpPr>
          <p:spPr bwMode="auto">
            <a:xfrm>
              <a:off x="-2362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3622" name="Rectangle 344"/>
            <p:cNvSpPr>
              <a:spLocks noChangeArrowheads="1"/>
            </p:cNvSpPr>
            <p:nvPr/>
          </p:nvSpPr>
          <p:spPr bwMode="auto">
            <a:xfrm>
              <a:off x="-2074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3623" name="Rectangle 345"/>
            <p:cNvSpPr>
              <a:spLocks noChangeArrowheads="1"/>
            </p:cNvSpPr>
            <p:nvPr/>
          </p:nvSpPr>
          <p:spPr bwMode="auto">
            <a:xfrm>
              <a:off x="-1786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3624" name="Rectangle 346"/>
            <p:cNvSpPr>
              <a:spLocks noChangeArrowheads="1"/>
            </p:cNvSpPr>
            <p:nvPr/>
          </p:nvSpPr>
          <p:spPr bwMode="auto">
            <a:xfrm>
              <a:off x="-1498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3625" name="Rectangle 347"/>
            <p:cNvSpPr>
              <a:spLocks noChangeArrowheads="1"/>
            </p:cNvSpPr>
            <p:nvPr/>
          </p:nvSpPr>
          <p:spPr bwMode="auto">
            <a:xfrm>
              <a:off x="-1210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3626" name="Rectangle 348"/>
            <p:cNvSpPr>
              <a:spLocks noChangeArrowheads="1"/>
            </p:cNvSpPr>
            <p:nvPr/>
          </p:nvSpPr>
          <p:spPr bwMode="auto">
            <a:xfrm>
              <a:off x="-346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3627" name="Rectangle 349"/>
            <p:cNvSpPr>
              <a:spLocks noChangeArrowheads="1"/>
            </p:cNvSpPr>
            <p:nvPr/>
          </p:nvSpPr>
          <p:spPr bwMode="auto">
            <a:xfrm>
              <a:off x="-922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3628" name="Rectangle 350"/>
            <p:cNvSpPr>
              <a:spLocks noChangeArrowheads="1"/>
            </p:cNvSpPr>
            <p:nvPr/>
          </p:nvSpPr>
          <p:spPr bwMode="auto">
            <a:xfrm>
              <a:off x="-634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3629" name="Text Box 351"/>
            <p:cNvSpPr txBox="1">
              <a:spLocks noChangeArrowheads="1"/>
            </p:cNvSpPr>
            <p:nvPr/>
          </p:nvSpPr>
          <p:spPr bwMode="auto">
            <a:xfrm>
              <a:off x="-3216" y="1029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30" name="Text Box 352"/>
            <p:cNvSpPr txBox="1">
              <a:spLocks noChangeArrowheads="1"/>
            </p:cNvSpPr>
            <p:nvPr/>
          </p:nvSpPr>
          <p:spPr bwMode="auto">
            <a:xfrm>
              <a:off x="-2964" y="43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3631" name="Line 353"/>
            <p:cNvSpPr>
              <a:spLocks noChangeShapeType="1"/>
            </p:cNvSpPr>
            <p:nvPr/>
          </p:nvSpPr>
          <p:spPr bwMode="auto">
            <a:xfrm>
              <a:off x="-2508" y="68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32" name="Text Box 354"/>
            <p:cNvSpPr txBox="1">
              <a:spLocks noChangeArrowheads="1"/>
            </p:cNvSpPr>
            <p:nvPr/>
          </p:nvSpPr>
          <p:spPr bwMode="auto">
            <a:xfrm>
              <a:off x="-2678" y="43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3633" name="Line 355"/>
            <p:cNvSpPr>
              <a:spLocks noChangeShapeType="1"/>
            </p:cNvSpPr>
            <p:nvPr/>
          </p:nvSpPr>
          <p:spPr bwMode="auto">
            <a:xfrm>
              <a:off x="-2796" y="68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34" name="Line 356"/>
            <p:cNvSpPr>
              <a:spLocks noChangeShapeType="1"/>
            </p:cNvSpPr>
            <p:nvPr/>
          </p:nvSpPr>
          <p:spPr bwMode="auto">
            <a:xfrm>
              <a:off x="-2220" y="68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35" name="Text Box 357"/>
            <p:cNvSpPr txBox="1">
              <a:spLocks noChangeArrowheads="1"/>
            </p:cNvSpPr>
            <p:nvPr/>
          </p:nvSpPr>
          <p:spPr bwMode="auto">
            <a:xfrm>
              <a:off x="-2390" y="43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3636" name="Line 358"/>
            <p:cNvSpPr>
              <a:spLocks noChangeShapeType="1"/>
            </p:cNvSpPr>
            <p:nvPr/>
          </p:nvSpPr>
          <p:spPr bwMode="auto">
            <a:xfrm>
              <a:off x="-1932" y="68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37" name="Text Box 359"/>
            <p:cNvSpPr txBox="1">
              <a:spLocks noChangeArrowheads="1"/>
            </p:cNvSpPr>
            <p:nvPr/>
          </p:nvSpPr>
          <p:spPr bwMode="auto">
            <a:xfrm>
              <a:off x="-2102" y="43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3638" name="Line 360"/>
            <p:cNvSpPr>
              <a:spLocks noChangeShapeType="1"/>
            </p:cNvSpPr>
            <p:nvPr/>
          </p:nvSpPr>
          <p:spPr bwMode="auto">
            <a:xfrm>
              <a:off x="-1644" y="68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39" name="Text Box 361"/>
            <p:cNvSpPr txBox="1">
              <a:spLocks noChangeArrowheads="1"/>
            </p:cNvSpPr>
            <p:nvPr/>
          </p:nvSpPr>
          <p:spPr bwMode="auto">
            <a:xfrm>
              <a:off x="-1814" y="43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3640" name="Line 362"/>
            <p:cNvSpPr>
              <a:spLocks noChangeShapeType="1"/>
            </p:cNvSpPr>
            <p:nvPr/>
          </p:nvSpPr>
          <p:spPr bwMode="auto">
            <a:xfrm>
              <a:off x="-1356" y="68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41" name="Text Box 363"/>
            <p:cNvSpPr txBox="1">
              <a:spLocks noChangeArrowheads="1"/>
            </p:cNvSpPr>
            <p:nvPr/>
          </p:nvSpPr>
          <p:spPr bwMode="auto">
            <a:xfrm>
              <a:off x="-1526" y="43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3642" name="Line 364"/>
            <p:cNvSpPr>
              <a:spLocks noChangeShapeType="1"/>
            </p:cNvSpPr>
            <p:nvPr/>
          </p:nvSpPr>
          <p:spPr bwMode="auto">
            <a:xfrm>
              <a:off x="-1068" y="68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43" name="Text Box 365"/>
            <p:cNvSpPr txBox="1">
              <a:spLocks noChangeArrowheads="1"/>
            </p:cNvSpPr>
            <p:nvPr/>
          </p:nvSpPr>
          <p:spPr bwMode="auto">
            <a:xfrm>
              <a:off x="-1238" y="43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3644" name="Line 366"/>
            <p:cNvSpPr>
              <a:spLocks noChangeShapeType="1"/>
            </p:cNvSpPr>
            <p:nvPr/>
          </p:nvSpPr>
          <p:spPr bwMode="auto">
            <a:xfrm>
              <a:off x="-780" y="6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45" name="Text Box 367"/>
            <p:cNvSpPr txBox="1">
              <a:spLocks noChangeArrowheads="1"/>
            </p:cNvSpPr>
            <p:nvPr/>
          </p:nvSpPr>
          <p:spPr bwMode="auto">
            <a:xfrm>
              <a:off x="-950" y="4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3646" name="Line 368"/>
            <p:cNvSpPr>
              <a:spLocks noChangeShapeType="1"/>
            </p:cNvSpPr>
            <p:nvPr/>
          </p:nvSpPr>
          <p:spPr bwMode="auto">
            <a:xfrm>
              <a:off x="-492" y="696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47" name="Text Box 369"/>
            <p:cNvSpPr txBox="1">
              <a:spLocks noChangeArrowheads="1"/>
            </p:cNvSpPr>
            <p:nvPr/>
          </p:nvSpPr>
          <p:spPr bwMode="auto">
            <a:xfrm>
              <a:off x="-662" y="4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3648" name="Line 370"/>
            <p:cNvSpPr>
              <a:spLocks noChangeShapeType="1"/>
            </p:cNvSpPr>
            <p:nvPr/>
          </p:nvSpPr>
          <p:spPr bwMode="auto">
            <a:xfrm>
              <a:off x="-204" y="6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49" name="Text Box 371"/>
            <p:cNvSpPr txBox="1">
              <a:spLocks noChangeArrowheads="1"/>
            </p:cNvSpPr>
            <p:nvPr/>
          </p:nvSpPr>
          <p:spPr bwMode="auto">
            <a:xfrm>
              <a:off x="-374" y="4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7220" name="Group 372"/>
          <p:cNvGrpSpPr>
            <a:grpSpLocks/>
          </p:cNvGrpSpPr>
          <p:nvPr/>
        </p:nvGrpSpPr>
        <p:grpSpPr bwMode="auto">
          <a:xfrm>
            <a:off x="3354388" y="4533478"/>
            <a:ext cx="5105400" cy="1847850"/>
            <a:chOff x="-3360" y="144"/>
            <a:chExt cx="3216" cy="1164"/>
          </a:xfrm>
        </p:grpSpPr>
        <p:sp>
          <p:nvSpPr>
            <p:cNvPr id="23568" name="Rectangle 373"/>
            <p:cNvSpPr>
              <a:spLocks noChangeArrowheads="1"/>
            </p:cNvSpPr>
            <p:nvPr/>
          </p:nvSpPr>
          <p:spPr bwMode="auto">
            <a:xfrm>
              <a:off x="-3082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569" name="Rectangle 374"/>
            <p:cNvSpPr>
              <a:spLocks noChangeArrowheads="1"/>
            </p:cNvSpPr>
            <p:nvPr/>
          </p:nvSpPr>
          <p:spPr bwMode="auto">
            <a:xfrm>
              <a:off x="-2794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570" name="Rectangle 375"/>
            <p:cNvSpPr>
              <a:spLocks noChangeArrowheads="1"/>
            </p:cNvSpPr>
            <p:nvPr/>
          </p:nvSpPr>
          <p:spPr bwMode="auto">
            <a:xfrm>
              <a:off x="-2506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571" name="Rectangle 376"/>
            <p:cNvSpPr>
              <a:spLocks noChangeArrowheads="1"/>
            </p:cNvSpPr>
            <p:nvPr/>
          </p:nvSpPr>
          <p:spPr bwMode="auto">
            <a:xfrm>
              <a:off x="-2218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572" name="Rectangle 377"/>
            <p:cNvSpPr>
              <a:spLocks noChangeArrowheads="1"/>
            </p:cNvSpPr>
            <p:nvPr/>
          </p:nvSpPr>
          <p:spPr bwMode="auto">
            <a:xfrm>
              <a:off x="-1930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573" name="Rectangle 378"/>
            <p:cNvSpPr>
              <a:spLocks noChangeArrowheads="1"/>
            </p:cNvSpPr>
            <p:nvPr/>
          </p:nvSpPr>
          <p:spPr bwMode="auto">
            <a:xfrm>
              <a:off x="-1642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7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574" name="Rectangle 379"/>
            <p:cNvSpPr>
              <a:spLocks noChangeArrowheads="1"/>
            </p:cNvSpPr>
            <p:nvPr/>
          </p:nvSpPr>
          <p:spPr bwMode="auto">
            <a:xfrm>
              <a:off x="-1354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8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575" name="Rectangle 380"/>
            <p:cNvSpPr>
              <a:spLocks noChangeArrowheads="1"/>
            </p:cNvSpPr>
            <p:nvPr/>
          </p:nvSpPr>
          <p:spPr bwMode="auto">
            <a:xfrm>
              <a:off x="-490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576" name="Rectangle 381"/>
            <p:cNvSpPr>
              <a:spLocks noChangeArrowheads="1"/>
            </p:cNvSpPr>
            <p:nvPr/>
          </p:nvSpPr>
          <p:spPr bwMode="auto">
            <a:xfrm>
              <a:off x="-1066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9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577" name="Rectangle 382"/>
            <p:cNvSpPr>
              <a:spLocks noChangeArrowheads="1"/>
            </p:cNvSpPr>
            <p:nvPr/>
          </p:nvSpPr>
          <p:spPr bwMode="auto">
            <a:xfrm>
              <a:off x="-778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578" name="Rectangle 383"/>
            <p:cNvSpPr>
              <a:spLocks noChangeArrowheads="1"/>
            </p:cNvSpPr>
            <p:nvPr/>
          </p:nvSpPr>
          <p:spPr bwMode="auto">
            <a:xfrm>
              <a:off x="-3082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3579" name="Rectangle 384"/>
            <p:cNvSpPr>
              <a:spLocks noChangeArrowheads="1"/>
            </p:cNvSpPr>
            <p:nvPr/>
          </p:nvSpPr>
          <p:spPr bwMode="auto">
            <a:xfrm>
              <a:off x="-2794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3580" name="Rectangle 385"/>
            <p:cNvSpPr>
              <a:spLocks noChangeArrowheads="1"/>
            </p:cNvSpPr>
            <p:nvPr/>
          </p:nvSpPr>
          <p:spPr bwMode="auto">
            <a:xfrm>
              <a:off x="-2506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3581" name="Rectangle 386"/>
            <p:cNvSpPr>
              <a:spLocks noChangeArrowheads="1"/>
            </p:cNvSpPr>
            <p:nvPr/>
          </p:nvSpPr>
          <p:spPr bwMode="auto">
            <a:xfrm>
              <a:off x="-2218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3582" name="Rectangle 387"/>
            <p:cNvSpPr>
              <a:spLocks noChangeArrowheads="1"/>
            </p:cNvSpPr>
            <p:nvPr/>
          </p:nvSpPr>
          <p:spPr bwMode="auto">
            <a:xfrm>
              <a:off x="-1930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3583" name="Rectangle 388"/>
            <p:cNvSpPr>
              <a:spLocks noChangeArrowheads="1"/>
            </p:cNvSpPr>
            <p:nvPr/>
          </p:nvSpPr>
          <p:spPr bwMode="auto">
            <a:xfrm>
              <a:off x="-1642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3584" name="Rectangle 389"/>
            <p:cNvSpPr>
              <a:spLocks noChangeArrowheads="1"/>
            </p:cNvSpPr>
            <p:nvPr/>
          </p:nvSpPr>
          <p:spPr bwMode="auto">
            <a:xfrm>
              <a:off x="-1354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3585" name="Rectangle 390"/>
            <p:cNvSpPr>
              <a:spLocks noChangeArrowheads="1"/>
            </p:cNvSpPr>
            <p:nvPr/>
          </p:nvSpPr>
          <p:spPr bwMode="auto">
            <a:xfrm>
              <a:off x="-490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3586" name="Rectangle 391"/>
            <p:cNvSpPr>
              <a:spLocks noChangeArrowheads="1"/>
            </p:cNvSpPr>
            <p:nvPr/>
          </p:nvSpPr>
          <p:spPr bwMode="auto">
            <a:xfrm>
              <a:off x="-1066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3587" name="Rectangle 392"/>
            <p:cNvSpPr>
              <a:spLocks noChangeArrowheads="1"/>
            </p:cNvSpPr>
            <p:nvPr/>
          </p:nvSpPr>
          <p:spPr bwMode="auto">
            <a:xfrm>
              <a:off x="-778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3588" name="Text Box 393"/>
            <p:cNvSpPr txBox="1">
              <a:spLocks noChangeArrowheads="1"/>
            </p:cNvSpPr>
            <p:nvPr/>
          </p:nvSpPr>
          <p:spPr bwMode="auto">
            <a:xfrm>
              <a:off x="-3360" y="709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589" name="Text Box 394"/>
            <p:cNvSpPr txBox="1">
              <a:spLocks noChangeArrowheads="1"/>
            </p:cNvSpPr>
            <p:nvPr/>
          </p:nvSpPr>
          <p:spPr bwMode="auto">
            <a:xfrm>
              <a:off x="-3108" y="1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3590" name="Line 395"/>
            <p:cNvSpPr>
              <a:spLocks noChangeShapeType="1"/>
            </p:cNvSpPr>
            <p:nvPr/>
          </p:nvSpPr>
          <p:spPr bwMode="auto">
            <a:xfrm>
              <a:off x="-2652" y="3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591" name="Text Box 396"/>
            <p:cNvSpPr txBox="1">
              <a:spLocks noChangeArrowheads="1"/>
            </p:cNvSpPr>
            <p:nvPr/>
          </p:nvSpPr>
          <p:spPr bwMode="auto">
            <a:xfrm>
              <a:off x="-2822" y="1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3592" name="Line 397"/>
            <p:cNvSpPr>
              <a:spLocks noChangeShapeType="1"/>
            </p:cNvSpPr>
            <p:nvPr/>
          </p:nvSpPr>
          <p:spPr bwMode="auto">
            <a:xfrm>
              <a:off x="-2940" y="3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593" name="Line 398"/>
            <p:cNvSpPr>
              <a:spLocks noChangeShapeType="1"/>
            </p:cNvSpPr>
            <p:nvPr/>
          </p:nvSpPr>
          <p:spPr bwMode="auto">
            <a:xfrm>
              <a:off x="-2364" y="3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594" name="Text Box 399"/>
            <p:cNvSpPr txBox="1">
              <a:spLocks noChangeArrowheads="1"/>
            </p:cNvSpPr>
            <p:nvPr/>
          </p:nvSpPr>
          <p:spPr bwMode="auto">
            <a:xfrm>
              <a:off x="-2534" y="1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3595" name="Line 400"/>
            <p:cNvSpPr>
              <a:spLocks noChangeShapeType="1"/>
            </p:cNvSpPr>
            <p:nvPr/>
          </p:nvSpPr>
          <p:spPr bwMode="auto">
            <a:xfrm>
              <a:off x="-2076" y="3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596" name="Text Box 401"/>
            <p:cNvSpPr txBox="1">
              <a:spLocks noChangeArrowheads="1"/>
            </p:cNvSpPr>
            <p:nvPr/>
          </p:nvSpPr>
          <p:spPr bwMode="auto">
            <a:xfrm>
              <a:off x="-2246" y="1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3597" name="Line 402"/>
            <p:cNvSpPr>
              <a:spLocks noChangeShapeType="1"/>
            </p:cNvSpPr>
            <p:nvPr/>
          </p:nvSpPr>
          <p:spPr bwMode="auto">
            <a:xfrm>
              <a:off x="-1788" y="39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598" name="Text Box 403"/>
            <p:cNvSpPr txBox="1">
              <a:spLocks noChangeArrowheads="1"/>
            </p:cNvSpPr>
            <p:nvPr/>
          </p:nvSpPr>
          <p:spPr bwMode="auto">
            <a:xfrm>
              <a:off x="-1958" y="14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3599" name="Line 404"/>
            <p:cNvSpPr>
              <a:spLocks noChangeShapeType="1"/>
            </p:cNvSpPr>
            <p:nvPr/>
          </p:nvSpPr>
          <p:spPr bwMode="auto">
            <a:xfrm>
              <a:off x="-1500" y="39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00" name="Text Box 405"/>
            <p:cNvSpPr txBox="1">
              <a:spLocks noChangeArrowheads="1"/>
            </p:cNvSpPr>
            <p:nvPr/>
          </p:nvSpPr>
          <p:spPr bwMode="auto">
            <a:xfrm>
              <a:off x="-1670" y="14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3601" name="Line 406"/>
            <p:cNvSpPr>
              <a:spLocks noChangeShapeType="1"/>
            </p:cNvSpPr>
            <p:nvPr/>
          </p:nvSpPr>
          <p:spPr bwMode="auto">
            <a:xfrm>
              <a:off x="-1212" y="39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02" name="Text Box 407"/>
            <p:cNvSpPr txBox="1">
              <a:spLocks noChangeArrowheads="1"/>
            </p:cNvSpPr>
            <p:nvPr/>
          </p:nvSpPr>
          <p:spPr bwMode="auto">
            <a:xfrm>
              <a:off x="-1382" y="14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3603" name="Line 408"/>
            <p:cNvSpPr>
              <a:spLocks noChangeShapeType="1"/>
            </p:cNvSpPr>
            <p:nvPr/>
          </p:nvSpPr>
          <p:spPr bwMode="auto">
            <a:xfrm>
              <a:off x="-924" y="40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04" name="Text Box 409"/>
            <p:cNvSpPr txBox="1">
              <a:spLocks noChangeArrowheads="1"/>
            </p:cNvSpPr>
            <p:nvPr/>
          </p:nvSpPr>
          <p:spPr bwMode="auto">
            <a:xfrm>
              <a:off x="-1094" y="1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3605" name="Line 410"/>
            <p:cNvSpPr>
              <a:spLocks noChangeShapeType="1"/>
            </p:cNvSpPr>
            <p:nvPr/>
          </p:nvSpPr>
          <p:spPr bwMode="auto">
            <a:xfrm>
              <a:off x="-636" y="40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06" name="Text Box 411"/>
            <p:cNvSpPr txBox="1">
              <a:spLocks noChangeArrowheads="1"/>
            </p:cNvSpPr>
            <p:nvPr/>
          </p:nvSpPr>
          <p:spPr bwMode="auto">
            <a:xfrm>
              <a:off x="-806" y="1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3607" name="Line 412"/>
            <p:cNvSpPr>
              <a:spLocks noChangeShapeType="1"/>
            </p:cNvSpPr>
            <p:nvPr/>
          </p:nvSpPr>
          <p:spPr bwMode="auto">
            <a:xfrm>
              <a:off x="-348" y="408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08" name="Text Box 413"/>
            <p:cNvSpPr txBox="1">
              <a:spLocks noChangeArrowheads="1"/>
            </p:cNvSpPr>
            <p:nvPr/>
          </p:nvSpPr>
          <p:spPr bwMode="auto">
            <a:xfrm>
              <a:off x="-518" y="1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sp>
        <p:nvSpPr>
          <p:cNvPr id="415" name="Rectangle 2"/>
          <p:cNvSpPr>
            <a:spLocks noChangeArrowheads="1"/>
          </p:cNvSpPr>
          <p:nvPr/>
        </p:nvSpPr>
        <p:spPr bwMode="auto">
          <a:xfrm>
            <a:off x="1687115" y="275778"/>
            <a:ext cx="5765205" cy="92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5F27FE4-9DD7-4407-9232-8238D5012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713" y="2364431"/>
            <a:ext cx="2998787" cy="3540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421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06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68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68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51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6870" y="1534088"/>
            <a:ext cx="7505694" cy="124245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spcBef>
                <a:spcPct val="0"/>
              </a:spcBef>
              <a:buNone/>
            </a:pPr>
            <a:r>
              <a:rPr lang="es-MX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Escriba la función </a:t>
            </a:r>
            <a:r>
              <a:rPr lang="es-MX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imprime</a:t>
            </a:r>
            <a:r>
              <a:rPr lang="es-MX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que recibe un arreglo y despliega en pantalla el contenido del arreglo.</a:t>
            </a:r>
            <a:endParaRPr lang="es-ES_tradnl" sz="2000" b="1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534" name="Line 51"/>
          <p:cNvSpPr>
            <a:spLocks noChangeShapeType="1"/>
          </p:cNvSpPr>
          <p:nvPr/>
        </p:nvSpPr>
        <p:spPr bwMode="auto">
          <a:xfrm>
            <a:off x="-4511675" y="2305050"/>
            <a:ext cx="0" cy="471488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  <a:headEnd type="none" w="sm" len="sm"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dirty="0"/>
          </a:p>
        </p:txBody>
      </p:sp>
      <p:sp>
        <p:nvSpPr>
          <p:cNvPr id="414" name="Rectangle 2"/>
          <p:cNvSpPr>
            <a:spLocks noChangeArrowheads="1"/>
          </p:cNvSpPr>
          <p:nvPr/>
        </p:nvSpPr>
        <p:spPr bwMode="auto">
          <a:xfrm>
            <a:off x="1687115" y="275778"/>
            <a:ext cx="5765205" cy="92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41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304" y="4896006"/>
            <a:ext cx="1874969" cy="12424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B9964096-55AF-4A46-848A-F5D0B1AA18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507" y="3417532"/>
            <a:ext cx="4581525" cy="85725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CD66EA1-2063-479B-8A3E-B49068E3F2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69" y="3383852"/>
            <a:ext cx="1247775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818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05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827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4" name="Text Box 4"/>
          <p:cNvSpPr txBox="1">
            <a:spLocks noChangeArrowheads="1"/>
          </p:cNvSpPr>
          <p:nvPr/>
        </p:nvSpPr>
        <p:spPr bwMode="auto">
          <a:xfrm>
            <a:off x="877403" y="1556792"/>
            <a:ext cx="7340352" cy="11318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</a:rPr>
              <a:t>Integrar todas las funciones </a:t>
            </a:r>
            <a:r>
              <a:rPr lang="es-ES_tradnl" sz="2400" dirty="0"/>
              <a:t>en un solo programa para verificar su funcionamiento</a:t>
            </a:r>
            <a:endParaRPr lang="es-ES" sz="2400" b="1" dirty="0">
              <a:solidFill>
                <a:srgbClr val="0000FF"/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877403" y="156170"/>
            <a:ext cx="7340352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3" name="Imagen 2" descr="Imagen que contiene pequeño, juguete, tabla&#10;&#10;Descripción generada automáticamente">
            <a:extLst>
              <a:ext uri="{FF2B5EF4-FFF2-40B4-BE49-F238E27FC236}">
                <a16:creationId xmlns:a16="http://schemas.microsoft.com/office/drawing/2014/main" id="{316F16D2-23BD-4523-AB74-D7DEBB52FF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832" y="3068960"/>
            <a:ext cx="3227437" cy="2929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640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99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99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24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5"/>
          <p:cNvSpPr>
            <a:spLocks noChangeArrowheads="1"/>
          </p:cNvSpPr>
          <p:nvPr/>
        </p:nvSpPr>
        <p:spPr bwMode="auto">
          <a:xfrm>
            <a:off x="0" y="5734050"/>
            <a:ext cx="3203575" cy="11239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453976" y="44624"/>
            <a:ext cx="5765205" cy="92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9" name="1 Imagen">
            <a:extLst>
              <a:ext uri="{FF2B5EF4-FFF2-40B4-BE49-F238E27FC236}">
                <a16:creationId xmlns:a16="http://schemas.microsoft.com/office/drawing/2014/main" id="{1704A893-7FBF-4B15-9DA5-934B39E28B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232" y="4859317"/>
            <a:ext cx="1728192" cy="160386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8E09D56-B99C-4548-B41E-06EB4BF965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559" y="1268760"/>
            <a:ext cx="4404669" cy="466376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DAA4C70-A815-4701-876F-F3FBBA649A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6056" y="1196752"/>
            <a:ext cx="3524250" cy="311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6597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8931" y="4978146"/>
            <a:ext cx="684276" cy="594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315468" y="1035558"/>
            <a:ext cx="1089660" cy="943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0" y="1704595"/>
            <a:ext cx="550164" cy="585215"/>
          </a:xfrm>
          <a:custGeom>
            <a:avLst/>
            <a:gdLst/>
            <a:ahLst/>
            <a:cxnLst/>
            <a:rect l="l" t="t" r="r" b="b"/>
            <a:pathLst>
              <a:path w="550164" h="585215">
                <a:moveTo>
                  <a:pt x="0" y="507832"/>
                </a:moveTo>
                <a:lnTo>
                  <a:pt x="44383" y="585215"/>
                </a:lnTo>
                <a:lnTo>
                  <a:pt x="382333" y="585215"/>
                </a:lnTo>
                <a:lnTo>
                  <a:pt x="550164" y="292607"/>
                </a:lnTo>
                <a:lnTo>
                  <a:pt x="382333" y="0"/>
                </a:lnTo>
                <a:lnTo>
                  <a:pt x="44383" y="0"/>
                </a:lnTo>
                <a:lnTo>
                  <a:pt x="0" y="77383"/>
                </a:lnTo>
              </a:path>
            </a:pathLst>
          </a:custGeom>
          <a:ln w="9144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502920" y="2018538"/>
            <a:ext cx="353567" cy="306324"/>
          </a:xfrm>
          <a:custGeom>
            <a:avLst/>
            <a:gdLst/>
            <a:ahLst/>
            <a:cxnLst/>
            <a:rect l="l" t="t" r="r" b="b"/>
            <a:pathLst>
              <a:path w="353568" h="306324">
                <a:moveTo>
                  <a:pt x="265722" y="0"/>
                </a:moveTo>
                <a:lnTo>
                  <a:pt x="87845" y="0"/>
                </a:lnTo>
                <a:lnTo>
                  <a:pt x="0" y="153162"/>
                </a:lnTo>
                <a:lnTo>
                  <a:pt x="87845" y="306324"/>
                </a:lnTo>
                <a:lnTo>
                  <a:pt x="265722" y="306324"/>
                </a:lnTo>
                <a:lnTo>
                  <a:pt x="353567" y="153162"/>
                </a:lnTo>
                <a:lnTo>
                  <a:pt x="265722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1208533" y="857251"/>
            <a:ext cx="673607" cy="452627"/>
          </a:xfrm>
          <a:custGeom>
            <a:avLst/>
            <a:gdLst/>
            <a:ahLst/>
            <a:cxnLst/>
            <a:rect l="l" t="t" r="r" b="b"/>
            <a:pathLst>
              <a:path w="673607" h="452627">
                <a:moveTo>
                  <a:pt x="0" y="160781"/>
                </a:moveTo>
                <a:lnTo>
                  <a:pt x="167386" y="452627"/>
                </a:lnTo>
                <a:lnTo>
                  <a:pt x="506222" y="452627"/>
                </a:lnTo>
                <a:lnTo>
                  <a:pt x="673607" y="160781"/>
                </a:lnTo>
                <a:lnTo>
                  <a:pt x="581393" y="0"/>
                </a:lnTo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208532" y="857251"/>
            <a:ext cx="92214" cy="160781"/>
          </a:xfrm>
          <a:custGeom>
            <a:avLst/>
            <a:gdLst/>
            <a:ahLst/>
            <a:cxnLst/>
            <a:rect l="l" t="t" r="r" b="b"/>
            <a:pathLst>
              <a:path w="92214" h="160781">
                <a:moveTo>
                  <a:pt x="92214" y="0"/>
                </a:moveTo>
                <a:lnTo>
                  <a:pt x="0" y="160781"/>
                </a:lnTo>
              </a:path>
            </a:pathLst>
          </a:custGeom>
          <a:ln w="76199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248411" y="907542"/>
            <a:ext cx="294132" cy="254508"/>
          </a:xfrm>
          <a:custGeom>
            <a:avLst/>
            <a:gdLst/>
            <a:ahLst/>
            <a:cxnLst/>
            <a:rect l="l" t="t" r="r" b="b"/>
            <a:pathLst>
              <a:path w="294131" h="254508">
                <a:moveTo>
                  <a:pt x="221145" y="0"/>
                </a:moveTo>
                <a:lnTo>
                  <a:pt x="72986" y="0"/>
                </a:lnTo>
                <a:lnTo>
                  <a:pt x="0" y="127254"/>
                </a:lnTo>
                <a:lnTo>
                  <a:pt x="72986" y="254508"/>
                </a:lnTo>
                <a:lnTo>
                  <a:pt x="221145" y="254508"/>
                </a:lnTo>
                <a:lnTo>
                  <a:pt x="294132" y="127254"/>
                </a:lnTo>
                <a:lnTo>
                  <a:pt x="221145" y="0"/>
                </a:lnTo>
                <a:close/>
              </a:path>
            </a:pathLst>
          </a:custGeom>
          <a:solidFill>
            <a:srgbClr val="00E0C5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8763000" y="5578602"/>
            <a:ext cx="381000" cy="234696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0" y="0"/>
                </a:moveTo>
                <a:lnTo>
                  <a:pt x="134620" y="234696"/>
                </a:lnTo>
                <a:lnTo>
                  <a:pt x="38100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8763000" y="5343906"/>
            <a:ext cx="381000" cy="234695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381000" y="0"/>
                </a:moveTo>
                <a:lnTo>
                  <a:pt x="134620" y="0"/>
                </a:lnTo>
                <a:lnTo>
                  <a:pt x="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8523731" y="5598414"/>
            <a:ext cx="283464" cy="245364"/>
          </a:xfrm>
          <a:custGeom>
            <a:avLst/>
            <a:gdLst/>
            <a:ahLst/>
            <a:cxnLst/>
            <a:rect l="l" t="t" r="r" b="b"/>
            <a:pathLst>
              <a:path w="283464" h="245363">
                <a:moveTo>
                  <a:pt x="213106" y="0"/>
                </a:moveTo>
                <a:lnTo>
                  <a:pt x="70358" y="0"/>
                </a:lnTo>
                <a:lnTo>
                  <a:pt x="0" y="122682"/>
                </a:lnTo>
                <a:lnTo>
                  <a:pt x="70358" y="245364"/>
                </a:lnTo>
                <a:lnTo>
                  <a:pt x="213106" y="245364"/>
                </a:lnTo>
                <a:lnTo>
                  <a:pt x="283464" y="122682"/>
                </a:lnTo>
                <a:lnTo>
                  <a:pt x="213106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8322565" y="4485894"/>
            <a:ext cx="542543" cy="469392"/>
          </a:xfrm>
          <a:custGeom>
            <a:avLst/>
            <a:gdLst/>
            <a:ahLst/>
            <a:cxnLst/>
            <a:rect l="l" t="t" r="r" b="b"/>
            <a:pathLst>
              <a:path w="542543" h="469392">
                <a:moveTo>
                  <a:pt x="407924" y="0"/>
                </a:moveTo>
                <a:lnTo>
                  <a:pt x="134619" y="0"/>
                </a:lnTo>
                <a:lnTo>
                  <a:pt x="0" y="234695"/>
                </a:lnTo>
                <a:lnTo>
                  <a:pt x="134619" y="469391"/>
                </a:lnTo>
                <a:lnTo>
                  <a:pt x="407924" y="469391"/>
                </a:lnTo>
                <a:lnTo>
                  <a:pt x="542543" y="234695"/>
                </a:lnTo>
                <a:lnTo>
                  <a:pt x="407924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8763761" y="4867655"/>
            <a:ext cx="237744" cy="205740"/>
          </a:xfrm>
          <a:custGeom>
            <a:avLst/>
            <a:gdLst/>
            <a:ahLst/>
            <a:cxnLst/>
            <a:rect l="l" t="t" r="r" b="b"/>
            <a:pathLst>
              <a:path w="237744" h="205739">
                <a:moveTo>
                  <a:pt x="0" y="102870"/>
                </a:moveTo>
                <a:lnTo>
                  <a:pt x="59055" y="205740"/>
                </a:lnTo>
                <a:lnTo>
                  <a:pt x="178689" y="205740"/>
                </a:lnTo>
                <a:lnTo>
                  <a:pt x="237744" y="102870"/>
                </a:lnTo>
                <a:lnTo>
                  <a:pt x="178689" y="0"/>
                </a:lnTo>
                <a:lnTo>
                  <a:pt x="59055" y="0"/>
                </a:lnTo>
                <a:lnTo>
                  <a:pt x="0" y="102870"/>
                </a:lnTo>
                <a:close/>
              </a:path>
            </a:pathLst>
          </a:custGeom>
          <a:ln w="19811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909827" y="1533905"/>
            <a:ext cx="2142744" cy="18562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15"/>
          <p:cNvSpPr txBox="1"/>
          <p:nvPr/>
        </p:nvSpPr>
        <p:spPr>
          <a:xfrm>
            <a:off x="3232150" y="1996821"/>
            <a:ext cx="3932138" cy="12833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8000" b="1" dirty="0">
                <a:solidFill>
                  <a:srgbClr val="002060"/>
                </a:solidFill>
                <a:latin typeface="Calibri"/>
                <a:cs typeface="Calibri"/>
              </a:rPr>
              <a:t>Gracias</a:t>
            </a:r>
          </a:p>
        </p:txBody>
      </p:sp>
      <p:sp>
        <p:nvSpPr>
          <p:cNvPr id="16" name="object 16"/>
          <p:cNvSpPr/>
          <p:nvPr/>
        </p:nvSpPr>
        <p:spPr>
          <a:xfrm>
            <a:off x="1591055" y="2070353"/>
            <a:ext cx="780288" cy="778764"/>
          </a:xfrm>
          <a:custGeom>
            <a:avLst/>
            <a:gdLst/>
            <a:ahLst/>
            <a:cxnLst/>
            <a:rect l="l" t="t" r="r" b="b"/>
            <a:pathLst>
              <a:path w="780288" h="778764">
                <a:moveTo>
                  <a:pt x="410082" y="0"/>
                </a:moveTo>
                <a:lnTo>
                  <a:pt x="370205" y="0"/>
                </a:lnTo>
                <a:lnTo>
                  <a:pt x="311657" y="7493"/>
                </a:lnTo>
                <a:lnTo>
                  <a:pt x="274193" y="17525"/>
                </a:lnTo>
                <a:lnTo>
                  <a:pt x="255524" y="23622"/>
                </a:lnTo>
                <a:lnTo>
                  <a:pt x="220599" y="38608"/>
                </a:lnTo>
                <a:lnTo>
                  <a:pt x="204469" y="47371"/>
                </a:lnTo>
                <a:lnTo>
                  <a:pt x="188213" y="56007"/>
                </a:lnTo>
                <a:lnTo>
                  <a:pt x="142112" y="88392"/>
                </a:lnTo>
                <a:lnTo>
                  <a:pt x="100964" y="128143"/>
                </a:lnTo>
                <a:lnTo>
                  <a:pt x="66039" y="171704"/>
                </a:lnTo>
                <a:lnTo>
                  <a:pt x="38735" y="220218"/>
                </a:lnTo>
                <a:lnTo>
                  <a:pt x="17399" y="273685"/>
                </a:lnTo>
                <a:lnTo>
                  <a:pt x="7493" y="311023"/>
                </a:lnTo>
                <a:lnTo>
                  <a:pt x="2540" y="349631"/>
                </a:lnTo>
                <a:lnTo>
                  <a:pt x="0" y="369570"/>
                </a:lnTo>
                <a:lnTo>
                  <a:pt x="0" y="409321"/>
                </a:lnTo>
                <a:lnTo>
                  <a:pt x="2540" y="429260"/>
                </a:lnTo>
                <a:lnTo>
                  <a:pt x="4953" y="449072"/>
                </a:lnTo>
                <a:lnTo>
                  <a:pt x="17399" y="505079"/>
                </a:lnTo>
                <a:lnTo>
                  <a:pt x="38735" y="558546"/>
                </a:lnTo>
                <a:lnTo>
                  <a:pt x="66039" y="607060"/>
                </a:lnTo>
                <a:lnTo>
                  <a:pt x="100964" y="650621"/>
                </a:lnTo>
                <a:lnTo>
                  <a:pt x="128396" y="677926"/>
                </a:lnTo>
                <a:lnTo>
                  <a:pt x="172085" y="712851"/>
                </a:lnTo>
                <a:lnTo>
                  <a:pt x="220599" y="740156"/>
                </a:lnTo>
                <a:lnTo>
                  <a:pt x="274193" y="761365"/>
                </a:lnTo>
                <a:lnTo>
                  <a:pt x="311657" y="771271"/>
                </a:lnTo>
                <a:lnTo>
                  <a:pt x="370205" y="778764"/>
                </a:lnTo>
                <a:lnTo>
                  <a:pt x="410082" y="778764"/>
                </a:lnTo>
                <a:lnTo>
                  <a:pt x="449961" y="773811"/>
                </a:lnTo>
                <a:lnTo>
                  <a:pt x="506094" y="761365"/>
                </a:lnTo>
                <a:lnTo>
                  <a:pt x="559562" y="740156"/>
                </a:lnTo>
                <a:lnTo>
                  <a:pt x="608202" y="712851"/>
                </a:lnTo>
                <a:lnTo>
                  <a:pt x="651891" y="677926"/>
                </a:lnTo>
                <a:lnTo>
                  <a:pt x="679323" y="650621"/>
                </a:lnTo>
                <a:lnTo>
                  <a:pt x="682664" y="646938"/>
                </a:lnTo>
                <a:lnTo>
                  <a:pt x="390144" y="646938"/>
                </a:lnTo>
                <a:lnTo>
                  <a:pt x="361442" y="645668"/>
                </a:lnTo>
                <a:lnTo>
                  <a:pt x="306705" y="634492"/>
                </a:lnTo>
                <a:lnTo>
                  <a:pt x="254254" y="613283"/>
                </a:lnTo>
                <a:lnTo>
                  <a:pt x="206882" y="582168"/>
                </a:lnTo>
                <a:lnTo>
                  <a:pt x="183261" y="558546"/>
                </a:lnTo>
                <a:lnTo>
                  <a:pt x="180720" y="554863"/>
                </a:lnTo>
                <a:lnTo>
                  <a:pt x="179450" y="549910"/>
                </a:lnTo>
                <a:lnTo>
                  <a:pt x="178307" y="544830"/>
                </a:lnTo>
                <a:lnTo>
                  <a:pt x="179450" y="541147"/>
                </a:lnTo>
                <a:lnTo>
                  <a:pt x="180720" y="536194"/>
                </a:lnTo>
                <a:lnTo>
                  <a:pt x="203200" y="520065"/>
                </a:lnTo>
                <a:lnTo>
                  <a:pt x="757766" y="520065"/>
                </a:lnTo>
                <a:lnTo>
                  <a:pt x="762762" y="505079"/>
                </a:lnTo>
                <a:lnTo>
                  <a:pt x="767842" y="486410"/>
                </a:lnTo>
                <a:lnTo>
                  <a:pt x="772794" y="467741"/>
                </a:lnTo>
                <a:lnTo>
                  <a:pt x="775335" y="449072"/>
                </a:lnTo>
                <a:lnTo>
                  <a:pt x="775938" y="444119"/>
                </a:lnTo>
                <a:lnTo>
                  <a:pt x="230631" y="444119"/>
                </a:lnTo>
                <a:lnTo>
                  <a:pt x="221869" y="442849"/>
                </a:lnTo>
                <a:lnTo>
                  <a:pt x="189483" y="414274"/>
                </a:lnTo>
                <a:lnTo>
                  <a:pt x="185800" y="395605"/>
                </a:lnTo>
                <a:lnTo>
                  <a:pt x="186944" y="385699"/>
                </a:lnTo>
                <a:lnTo>
                  <a:pt x="213106" y="350774"/>
                </a:lnTo>
                <a:lnTo>
                  <a:pt x="230631" y="347091"/>
                </a:lnTo>
                <a:lnTo>
                  <a:pt x="777440" y="347091"/>
                </a:lnTo>
                <a:lnTo>
                  <a:pt x="775335" y="329692"/>
                </a:lnTo>
                <a:lnTo>
                  <a:pt x="762762" y="273685"/>
                </a:lnTo>
                <a:lnTo>
                  <a:pt x="741552" y="220218"/>
                </a:lnTo>
                <a:lnTo>
                  <a:pt x="714248" y="171704"/>
                </a:lnTo>
                <a:lnTo>
                  <a:pt x="679323" y="128143"/>
                </a:lnTo>
                <a:lnTo>
                  <a:pt x="651891" y="100837"/>
                </a:lnTo>
                <a:lnTo>
                  <a:pt x="608202" y="65912"/>
                </a:lnTo>
                <a:lnTo>
                  <a:pt x="559562" y="38608"/>
                </a:lnTo>
                <a:lnTo>
                  <a:pt x="506094" y="17525"/>
                </a:lnTo>
                <a:lnTo>
                  <a:pt x="468630" y="7493"/>
                </a:lnTo>
                <a:lnTo>
                  <a:pt x="410082" y="0"/>
                </a:lnTo>
                <a:close/>
              </a:path>
              <a:path w="780288" h="778764">
                <a:moveTo>
                  <a:pt x="757766" y="520065"/>
                </a:moveTo>
                <a:lnTo>
                  <a:pt x="577088" y="520065"/>
                </a:lnTo>
                <a:lnTo>
                  <a:pt x="582041" y="521208"/>
                </a:lnTo>
                <a:lnTo>
                  <a:pt x="585851" y="522478"/>
                </a:lnTo>
                <a:lnTo>
                  <a:pt x="600710" y="541147"/>
                </a:lnTo>
                <a:lnTo>
                  <a:pt x="601980" y="544830"/>
                </a:lnTo>
                <a:lnTo>
                  <a:pt x="600710" y="549910"/>
                </a:lnTo>
                <a:lnTo>
                  <a:pt x="599567" y="554863"/>
                </a:lnTo>
                <a:lnTo>
                  <a:pt x="597026" y="558546"/>
                </a:lnTo>
                <a:lnTo>
                  <a:pt x="550926" y="599694"/>
                </a:lnTo>
                <a:lnTo>
                  <a:pt x="501142" y="625729"/>
                </a:lnTo>
                <a:lnTo>
                  <a:pt x="447420" y="641858"/>
                </a:lnTo>
                <a:lnTo>
                  <a:pt x="390144" y="646938"/>
                </a:lnTo>
                <a:lnTo>
                  <a:pt x="682664" y="646938"/>
                </a:lnTo>
                <a:lnTo>
                  <a:pt x="714248" y="607060"/>
                </a:lnTo>
                <a:lnTo>
                  <a:pt x="741552" y="558546"/>
                </a:lnTo>
                <a:lnTo>
                  <a:pt x="756538" y="523748"/>
                </a:lnTo>
                <a:lnTo>
                  <a:pt x="757766" y="520065"/>
                </a:lnTo>
                <a:close/>
              </a:path>
              <a:path w="780288" h="778764">
                <a:moveTo>
                  <a:pt x="577088" y="520065"/>
                </a:moveTo>
                <a:lnTo>
                  <a:pt x="203200" y="520065"/>
                </a:lnTo>
                <a:lnTo>
                  <a:pt x="208152" y="521208"/>
                </a:lnTo>
                <a:lnTo>
                  <a:pt x="213106" y="522478"/>
                </a:lnTo>
                <a:lnTo>
                  <a:pt x="216916" y="525018"/>
                </a:lnTo>
                <a:lnTo>
                  <a:pt x="220599" y="527431"/>
                </a:lnTo>
                <a:lnTo>
                  <a:pt x="239394" y="543687"/>
                </a:lnTo>
                <a:lnTo>
                  <a:pt x="278002" y="569849"/>
                </a:lnTo>
                <a:lnTo>
                  <a:pt x="320294" y="587248"/>
                </a:lnTo>
                <a:lnTo>
                  <a:pt x="366521" y="595884"/>
                </a:lnTo>
                <a:lnTo>
                  <a:pt x="390144" y="597154"/>
                </a:lnTo>
                <a:lnTo>
                  <a:pt x="413766" y="595884"/>
                </a:lnTo>
                <a:lnTo>
                  <a:pt x="459994" y="587248"/>
                </a:lnTo>
                <a:lnTo>
                  <a:pt x="502285" y="569849"/>
                </a:lnTo>
                <a:lnTo>
                  <a:pt x="540893" y="543687"/>
                </a:lnTo>
                <a:lnTo>
                  <a:pt x="559562" y="527431"/>
                </a:lnTo>
                <a:lnTo>
                  <a:pt x="563371" y="525018"/>
                </a:lnTo>
                <a:lnTo>
                  <a:pt x="567182" y="522478"/>
                </a:lnTo>
                <a:lnTo>
                  <a:pt x="572135" y="521208"/>
                </a:lnTo>
                <a:lnTo>
                  <a:pt x="577088" y="520065"/>
                </a:lnTo>
                <a:close/>
              </a:path>
              <a:path w="780288" h="778764">
                <a:moveTo>
                  <a:pt x="549656" y="347091"/>
                </a:moveTo>
                <a:lnTo>
                  <a:pt x="230631" y="347091"/>
                </a:lnTo>
                <a:lnTo>
                  <a:pt x="239394" y="348361"/>
                </a:lnTo>
                <a:lnTo>
                  <a:pt x="248031" y="350774"/>
                </a:lnTo>
                <a:lnTo>
                  <a:pt x="255524" y="355854"/>
                </a:lnTo>
                <a:lnTo>
                  <a:pt x="263017" y="360807"/>
                </a:lnTo>
                <a:lnTo>
                  <a:pt x="267969" y="368300"/>
                </a:lnTo>
                <a:lnTo>
                  <a:pt x="271780" y="376936"/>
                </a:lnTo>
                <a:lnTo>
                  <a:pt x="274193" y="385699"/>
                </a:lnTo>
                <a:lnTo>
                  <a:pt x="275463" y="395605"/>
                </a:lnTo>
                <a:lnTo>
                  <a:pt x="274193" y="405638"/>
                </a:lnTo>
                <a:lnTo>
                  <a:pt x="248031" y="440436"/>
                </a:lnTo>
                <a:lnTo>
                  <a:pt x="230631" y="444119"/>
                </a:lnTo>
                <a:lnTo>
                  <a:pt x="549656" y="444119"/>
                </a:lnTo>
                <a:lnTo>
                  <a:pt x="512318" y="423037"/>
                </a:lnTo>
                <a:lnTo>
                  <a:pt x="504825" y="395605"/>
                </a:lnTo>
                <a:lnTo>
                  <a:pt x="506094" y="385699"/>
                </a:lnTo>
                <a:lnTo>
                  <a:pt x="508507" y="376936"/>
                </a:lnTo>
                <a:lnTo>
                  <a:pt x="512318" y="368300"/>
                </a:lnTo>
                <a:lnTo>
                  <a:pt x="517270" y="360807"/>
                </a:lnTo>
                <a:lnTo>
                  <a:pt x="524763" y="355854"/>
                </a:lnTo>
                <a:lnTo>
                  <a:pt x="532257" y="350774"/>
                </a:lnTo>
                <a:lnTo>
                  <a:pt x="540893" y="348361"/>
                </a:lnTo>
                <a:lnTo>
                  <a:pt x="549656" y="347091"/>
                </a:lnTo>
                <a:close/>
              </a:path>
              <a:path w="780288" h="778764">
                <a:moveTo>
                  <a:pt x="777440" y="347091"/>
                </a:moveTo>
                <a:lnTo>
                  <a:pt x="549656" y="347091"/>
                </a:lnTo>
                <a:lnTo>
                  <a:pt x="558419" y="348361"/>
                </a:lnTo>
                <a:lnTo>
                  <a:pt x="567182" y="350774"/>
                </a:lnTo>
                <a:lnTo>
                  <a:pt x="593344" y="385699"/>
                </a:lnTo>
                <a:lnTo>
                  <a:pt x="594487" y="395605"/>
                </a:lnTo>
                <a:lnTo>
                  <a:pt x="593344" y="405638"/>
                </a:lnTo>
                <a:lnTo>
                  <a:pt x="567182" y="440436"/>
                </a:lnTo>
                <a:lnTo>
                  <a:pt x="549656" y="444119"/>
                </a:lnTo>
                <a:lnTo>
                  <a:pt x="775938" y="444119"/>
                </a:lnTo>
                <a:lnTo>
                  <a:pt x="777748" y="429260"/>
                </a:lnTo>
                <a:lnTo>
                  <a:pt x="780288" y="409321"/>
                </a:lnTo>
                <a:lnTo>
                  <a:pt x="780288" y="369570"/>
                </a:lnTo>
                <a:lnTo>
                  <a:pt x="777748" y="349631"/>
                </a:lnTo>
                <a:lnTo>
                  <a:pt x="777440" y="3470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79756" y="5726429"/>
            <a:ext cx="423163" cy="22402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25400"/>
            <a:fld id="{81D60167-4931-47E6-BA6A-407CBD079E47}" type="slidenum">
              <a:rPr spc="-10" dirty="0">
                <a:solidFill>
                  <a:srgbClr val="18BAD4"/>
                </a:solidFill>
                <a:latin typeface="Calibri"/>
                <a:cs typeface="Calibri"/>
              </a:rPr>
              <a:pPr marL="25400"/>
              <a:t>21</a:t>
            </a:fld>
            <a:endParaRPr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10293</TotalTime>
  <Words>1775</Words>
  <Application>Microsoft Office PowerPoint</Application>
  <PresentationFormat>Presentación en pantalla (4:3)</PresentationFormat>
  <Paragraphs>642</Paragraphs>
  <Slides>21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9" baseType="lpstr">
      <vt:lpstr>Arial</vt:lpstr>
      <vt:lpstr>Arial,Helvetica</vt:lpstr>
      <vt:lpstr>Calibri</vt:lpstr>
      <vt:lpstr>Dom Casual</vt:lpstr>
      <vt:lpstr>inherit</vt:lpstr>
      <vt:lpstr>Roboto</vt:lpstr>
      <vt:lpstr>Times New Roman</vt:lpstr>
      <vt:lpstr>Tema de Office</vt:lpstr>
      <vt:lpstr>TI 3001 C Analítica de datos y herramientas de inteligencia artificial</vt:lpstr>
      <vt:lpstr>Listas vs arreglos</vt:lpstr>
      <vt:lpstr>Tipos de datos de arreglos en Numpy</vt:lpstr>
      <vt:lpstr>Módulo Numpy</vt:lpstr>
      <vt:lpstr>Objetos: ndarray</vt:lpstr>
      <vt:lpstr>Herramientas para crear vectores</vt:lpstr>
      <vt:lpstr>Manipulación de arreglos</vt:lpstr>
      <vt:lpstr>Agregar  elementos</vt:lpstr>
      <vt:lpstr>Obtener el elemento mínimo y máximo de un arreglo</vt:lpstr>
      <vt:lpstr>Suma de elementos de un arreglo</vt:lpstr>
      <vt:lpstr>Promedio de un arreglo</vt:lpstr>
      <vt:lpstr>Varianza de un arreglo</vt:lpstr>
      <vt:lpstr>Desviación estándar de un arreglo</vt:lpstr>
      <vt:lpstr>Números aleatorios enteros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TC1017  Solución de problemas con programación</dc:title>
  <dc:creator>profesor</dc:creator>
  <cp:lastModifiedBy>Lizethe Pérez Fuertes</cp:lastModifiedBy>
  <cp:revision>313</cp:revision>
  <dcterms:created xsi:type="dcterms:W3CDTF">2013-06-24T20:15:42Z</dcterms:created>
  <dcterms:modified xsi:type="dcterms:W3CDTF">2026-03-11T00:39:22Z</dcterms:modified>
</cp:coreProperties>
</file>